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تقديم" id="{abd0947f-c67a-2983-4fbb-6dac9ad108cb}">
          <p14:sldIdLst>
            <p14:sldId id="256"/>
          </p14:sldIdLst>
        </p14:section>
        <p14:section name="الباب الأول" id="{2474b857-f157-f8cb-6eaa-2e3cde6f46d4}">
          <p14:sldIdLst>
            <p14:sldId id="257"/>
            <p14:sldId id="258"/>
            <p14:sldId id="259"/>
            <p14:sldId id="260"/>
            <p14:sldId id="261"/>
            <p14:sldId id="262"/>
          </p14:sldIdLst>
        </p14:section>
        <p14:section name="الباب الثاني" id="{8b2fb2ff-5dd4-85cf-3a63-9897d8c21246}">
          <p14:sldIdLst>
            <p14:sldId id="263"/>
            <p14:sldId id="264"/>
            <p14:sldId id="265"/>
            <p14:sldId id="266"/>
          </p14:sldIdLst>
        </p14:section>
        <p14:section name="الباب الثالث" id="{e675ddf9-0e2d-8d67-6ec9-dd5d47e75eca}">
          <p14:sldIdLst>
            <p14:sldId id="267"/>
            <p14:sldId id="268"/>
            <p14:sldId id="269"/>
            <p14:sldId id="270"/>
          </p14:sldIdLst>
        </p14:section>
        <p14:section name="الباب الرابع" id="{4adce885-f339-b227-e841-ab78e9bded6c}">
          <p14:sldIdLst>
            <p14:sldId id="271"/>
            <p14:sldId id="272"/>
          </p14:sldIdLst>
        </p14:section>
        <p14:section name="الباب الخامس" id="{3c7b15b9-fce5-c448-91ec-a08efd3ed843}">
          <p14:sldIdLst>
            <p14:sldId id="273"/>
            <p14:sldId id="274"/>
            <p14:sldId id="275"/>
          </p14:sldIdLst>
        </p14:section>
        <p14:section name="الختام" id="{2301c5d9-ee87-7ac3-c29e-7c123cff7e67}">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يسهر المكتب التنفيذي على: تنظيم الجموع العامة العادية والاستثنائية والإشراف على تزكية مناديب الأقاليم؛ تمثيل الفنان الممثل المغربي في المحافل الدولية والقارية والوطنية؛ التنسيق المركزي وخلق شراكات مع الوزارات الوصية والسلطات العمومية والمنتخبة وغرف التجارة والصناعة والخدمات؛ خلق شراكات مع مؤسسات حكومية وغير حكومية وطنية ودولية لدعم العمل الثقافي والفني على مستوى الجهة.
يتم التصويت حصرا عبر انتخاب الرئيس بناء على برنامج مرحلي، ويتكلف بتكوين مكتبه في أجل لا يتعدى 7 أيام.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PMAC_BASE">
    <p:bg>
      <p:bgPr>
        <a:solidFill>
          <a:srgbClr val="15111D"/>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algn="l" indent="0" marL="0">
              <a:buNone/>
            </a:pPr>
            <a:r>
              <a:rPr lang="en-US" sz="1000" dirty="0">
                <a:solidFill>
                  <a:srgbClr val="B4ABC0"/>
                </a:solidFill>
                <a:latin typeface="Arial" pitchFamily="34" charset="0"/>
                <a:ea typeface="Arial" pitchFamily="34" charset="-122"/>
                <a:cs typeface="Arial" pitchFamily="34" charset="-120"/>
              </a:rPr>
              <a:t>APMAC  ·  القانون الأساسي</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A44C"/>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PMAC_COVER">
    <p:bg>
      <p:bgPr>
        <a:solidFill>
          <a:srgbClr val="15111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A44C"/>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2.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ing"/>
          <p:cNvSpPr/>
          <p:nvPr/>
        </p:nvSpPr>
        <p:spPr>
          <a:xfrm>
            <a:off x="5410048" y="685800"/>
            <a:ext cx="1371600" cy="1371600"/>
          </a:xfrm>
          <a:prstGeom prst="ellipse">
            <a:avLst/>
          </a:prstGeom>
          <a:solidFill>
            <a:srgbClr val="15111D"/>
          </a:solidFill>
          <a:ln w="19050">
            <a:solidFill>
              <a:srgbClr val="C9A44C"/>
            </a:solidFill>
            <a:prstDash val="solid"/>
          </a:ln>
        </p:spPr>
      </p:sp>
      <p:pic>
        <p:nvPicPr>
          <p:cNvPr id="3" name="Image 0" descr="قناع المسرح">    </p:cNvPr>
          <p:cNvPicPr>
            <a:picLocks noChangeAspect="1"/>
          </p:cNvPicPr>
          <p:nvPr/>
        </p:nvPicPr>
        <p:blipFill>
          <a:blip r:embed="rId1"/>
          <a:stretch>
            <a:fillRect/>
          </a:stretch>
        </p:blipFill>
        <p:spPr>
          <a:xfrm>
            <a:off x="5711800" y="987552"/>
            <a:ext cx="768096" cy="768096"/>
          </a:xfrm>
          <a:prstGeom prst="rect">
            <a:avLst/>
          </a:prstGeom>
        </p:spPr>
      </p:pic>
      <p:sp>
        <p:nvSpPr>
          <p:cNvPr id="4" name="Text 1"/>
          <p:cNvSpPr txBox="1"/>
          <p:nvPr/>
        </p:nvSpPr>
        <p:spPr>
          <a:xfrm>
            <a:off x="548640" y="2331720"/>
            <a:ext cx="11094415" cy="1005840"/>
          </a:xfrm>
          <a:prstGeom prst="rect">
            <a:avLst/>
          </a:prstGeom>
          <a:noFill/>
          <a:ln/>
        </p:spPr>
        <p:txBody>
          <a:bodyPr wrap="square" lIns="0" tIns="0" rIns="0" bIns="0" rtlCol="0" anchor="ctr"/>
          <a:lstStyle/>
          <a:p>
            <a:pPr rtl="1" algn="ctr" indent="0" marL="0">
              <a:buNone/>
            </a:pPr>
            <a:r>
              <a:rPr lang="ar-MA" altLang="en-US" sz="6000" b="1" dirty="0">
                <a:solidFill>
                  <a:srgbClr val="F4EFE6"/>
                </a:solidFill>
                <a:latin typeface="Arial" pitchFamily="34" charset="0"/>
                <a:ea typeface="Arial" pitchFamily="34" charset="-122"/>
                <a:cs typeface="Arial" pitchFamily="34" charset="-120"/>
              </a:rPr>
              <a:t>القانون الأساسي</a:t>
            </a:r>
            <a:endParaRPr lang="ar-MA" sz="6000" dirty="0"/>
          </a:p>
        </p:txBody>
      </p:sp>
      <p:sp>
        <p:nvSpPr>
          <p:cNvPr id="5" name="Text 2"/>
          <p:cNvSpPr txBox="1"/>
          <p:nvPr/>
        </p:nvSpPr>
        <p:spPr>
          <a:xfrm>
            <a:off x="548640" y="3429000"/>
            <a:ext cx="11094415" cy="640080"/>
          </a:xfrm>
          <a:prstGeom prst="rect">
            <a:avLst/>
          </a:prstGeom>
          <a:noFill/>
          <a:ln/>
        </p:spPr>
        <p:txBody>
          <a:bodyPr wrap="square" lIns="0" tIns="0" rIns="0" bIns="0" rtlCol="0" anchor="ctr"/>
          <a:lstStyle/>
          <a:p>
            <a:pPr rtl="1" algn="ctr" indent="0" marL="0">
              <a:buNone/>
            </a:pPr>
            <a:r>
              <a:rPr lang="ar-MA" altLang="en-US" sz="3000" dirty="0">
                <a:solidFill>
                  <a:srgbClr val="F4EFE6"/>
                </a:solidFill>
                <a:latin typeface="Arial" pitchFamily="34" charset="0"/>
                <a:ea typeface="Arial" pitchFamily="34" charset="-122"/>
                <a:cs typeface="Arial" pitchFamily="34" charset="-120"/>
              </a:rPr>
              <a:t>الجمعية المهنية المغربية للفنانين الممثلين</a:t>
            </a:r>
            <a:endParaRPr lang="ar-MA" sz="3000" dirty="0"/>
          </a:p>
        </p:txBody>
      </p:sp>
      <p:sp>
        <p:nvSpPr>
          <p:cNvPr id="6" name="Text 3"/>
          <p:cNvSpPr txBox="1"/>
          <p:nvPr/>
        </p:nvSpPr>
        <p:spPr>
          <a:xfrm>
            <a:off x="548640" y="4069080"/>
            <a:ext cx="11094415" cy="502920"/>
          </a:xfrm>
          <a:prstGeom prst="rect">
            <a:avLst/>
          </a:prstGeom>
          <a:noFill/>
          <a:ln/>
        </p:spPr>
        <p:txBody>
          <a:bodyPr wrap="square" lIns="0" tIns="0" rIns="0" bIns="0" rtlCol="0" anchor="ctr"/>
          <a:lstStyle/>
          <a:p>
            <a:pPr rtl="1" algn="ctr" indent="0" marL="0">
              <a:buNone/>
            </a:pPr>
            <a:r>
              <a:rPr lang="ar-MA" altLang="en-US" sz="2400" b="1" dirty="0">
                <a:solidFill>
                  <a:srgbClr val="C9A44C"/>
                </a:solidFill>
                <a:latin typeface="Arial" pitchFamily="34" charset="0"/>
                <a:ea typeface="Arial" pitchFamily="34" charset="-122"/>
                <a:cs typeface="Arial" pitchFamily="34" charset="-120"/>
              </a:rPr>
              <a:t>سوس ماسة</a:t>
            </a:r>
            <a:endParaRPr lang="ar-MA" sz="2400" dirty="0"/>
          </a:p>
        </p:txBody>
      </p:sp>
      <p:sp>
        <p:nvSpPr>
          <p:cNvPr id="7" name="Text 4"/>
          <p:cNvSpPr txBox="1"/>
          <p:nvPr/>
        </p:nvSpPr>
        <p:spPr>
          <a:xfrm>
            <a:off x="548640" y="5074920"/>
            <a:ext cx="11094415" cy="365760"/>
          </a:xfrm>
          <a:prstGeom prst="rect">
            <a:avLst/>
          </a:prstGeom>
          <a:noFill/>
          <a:ln/>
        </p:spPr>
        <p:txBody>
          <a:bodyPr wrap="square" lIns="0" tIns="0" rIns="0" bIns="0" rtlCol="0" anchor="t"/>
          <a:lstStyle/>
          <a:p>
            <a:pPr algn="ctr" indent="0" marL="0">
              <a:buNone/>
            </a:pPr>
            <a:r>
              <a:rPr lang="ar-MA" altLang="en-US" sz="1600" b="1" spc="600" kern="0" dirty="0">
                <a:solidFill>
                  <a:srgbClr val="E2C987"/>
                </a:solidFill>
                <a:latin typeface="Arial" pitchFamily="34" charset="0"/>
                <a:ea typeface="Arial" pitchFamily="34" charset="-122"/>
                <a:cs typeface="Arial" pitchFamily="34" charset="-120"/>
              </a:rPr>
              <a:t>A P M A C</a:t>
            </a:r>
            <a:endParaRPr lang="ar-MA" sz="1600" dirty="0"/>
          </a:p>
        </p:txBody>
      </p:sp>
      <p:sp>
        <p:nvSpPr>
          <p:cNvPr id="8" name="Text 5"/>
          <p:cNvSpPr txBox="1"/>
          <p:nvPr/>
        </p:nvSpPr>
        <p:spPr>
          <a:xfrm>
            <a:off x="548640" y="5440680"/>
            <a:ext cx="11094415" cy="320040"/>
          </a:xfrm>
          <a:prstGeom prst="rect">
            <a:avLst/>
          </a:prstGeom>
          <a:noFill/>
          <a:ln/>
        </p:spPr>
        <p:txBody>
          <a:bodyPr wrap="square" lIns="0" tIns="0" rIns="0" bIns="0" rtlCol="0" anchor="t"/>
          <a:lstStyle/>
          <a:p>
            <a:pPr algn="ctr" indent="0" marL="0">
              <a:buNone/>
            </a:pPr>
            <a:r>
              <a:rPr lang="ar-MA" altLang="en-US" sz="1200" dirty="0">
                <a:solidFill>
                  <a:srgbClr val="B4ABC0"/>
                </a:solidFill>
                <a:latin typeface="Arial" pitchFamily="34" charset="0"/>
                <a:ea typeface="Arial" pitchFamily="34" charset="-122"/>
                <a:cs typeface="Arial" pitchFamily="34" charset="-120"/>
              </a:rPr>
              <a:t>Association Professionnelle Marocaine des Artistes Comédiens</a:t>
            </a:r>
            <a:endParaRPr lang="ar-MA" sz="1200" dirty="0"/>
          </a:p>
        </p:txBody>
      </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274320" y="548640"/>
            <a:ext cx="5486400" cy="3657600"/>
          </a:xfrm>
          <a:prstGeom prst="rect">
            <a:avLst/>
          </a:prstGeom>
          <a:noFill/>
          <a:ln/>
        </p:spPr>
        <p:txBody>
          <a:bodyPr wrap="square" lIns="0" tIns="0" rIns="0" bIns="0" rtlCol="0" anchor="t"/>
          <a:lstStyle/>
          <a:p>
            <a:pPr algn="l" indent="0" marL="0">
              <a:buNone/>
            </a:pPr>
            <a:r>
              <a:rPr lang="ar-MA" altLang="en-US" sz="26000" b="1" dirty="0">
                <a:solidFill>
                  <a:srgbClr val="201A2A"/>
                </a:solidFill>
                <a:latin typeface="Arial" pitchFamily="34" charset="0"/>
                <a:ea typeface="Arial" pitchFamily="34" charset="-122"/>
                <a:cs typeface="Arial" pitchFamily="34" charset="-120"/>
              </a:rPr>
              <a:t>01</a:t>
            </a:r>
            <a:endParaRPr lang="ar-MA" sz="26000" dirty="0"/>
          </a:p>
        </p:txBody>
      </p:sp>
      <p:sp>
        <p:nvSpPr>
          <p:cNvPr id="3" name="badge"/>
          <p:cNvSpPr/>
          <p:nvPr/>
        </p:nvSpPr>
        <p:spPr>
          <a:xfrm>
            <a:off x="10728655" y="1600200"/>
            <a:ext cx="914400" cy="914400"/>
          </a:xfrm>
          <a:prstGeom prst="ellipse">
            <a:avLst/>
          </a:prstGeom>
          <a:solidFill>
            <a:srgbClr val="15111D"/>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0975543" y="1847088"/>
            <a:ext cx="420624" cy="420624"/>
          </a:xfrm>
          <a:prstGeom prst="rect">
            <a:avLst/>
          </a:prstGeom>
        </p:spPr>
      </p:pic>
      <p:sp>
        <p:nvSpPr>
          <p:cNvPr id="5" name="Text 2"/>
          <p:cNvSpPr txBox="1"/>
          <p:nvPr/>
        </p:nvSpPr>
        <p:spPr>
          <a:xfrm>
            <a:off x="548640" y="2697480"/>
            <a:ext cx="11094415" cy="502920"/>
          </a:xfrm>
          <a:prstGeom prst="rect">
            <a:avLst/>
          </a:prstGeom>
          <a:noFill/>
          <a:ln/>
        </p:spPr>
        <p:txBody>
          <a:bodyPr wrap="square" lIns="0" tIns="0" rIns="0" bIns="0" rtlCol="0" anchor="t"/>
          <a:lstStyle/>
          <a:p>
            <a:pPr rtl="1" algn="r" indent="0" marL="0">
              <a:buNone/>
            </a:pPr>
            <a:r>
              <a:rPr lang="ar-MA" altLang="en-US" sz="2200" b="1" dirty="0">
                <a:solidFill>
                  <a:srgbClr val="C9A44C"/>
                </a:solidFill>
                <a:latin typeface="Arial" pitchFamily="34" charset="0"/>
                <a:ea typeface="Arial" pitchFamily="34" charset="-122"/>
                <a:cs typeface="Arial" pitchFamily="34" charset="-120"/>
              </a:rPr>
              <a:t>الباب الأول</a:t>
            </a:r>
            <a:endParaRPr lang="ar-MA" sz="2200" dirty="0"/>
          </a:p>
        </p:txBody>
      </p:sp>
      <p:sp>
        <p:nvSpPr>
          <p:cNvPr id="6" name="Text 3"/>
          <p:cNvSpPr txBox="1"/>
          <p:nvPr/>
        </p:nvSpPr>
        <p:spPr>
          <a:xfrm>
            <a:off x="548640" y="3200400"/>
            <a:ext cx="11094415" cy="1097280"/>
          </a:xfrm>
          <a:prstGeom prst="rect">
            <a:avLst/>
          </a:prstGeom>
          <a:noFill/>
          <a:ln/>
        </p:spPr>
        <p:txBody>
          <a:bodyPr wrap="square" lIns="0" tIns="0" rIns="0" bIns="0" rtlCol="0" anchor="ctr"/>
          <a:lstStyle/>
          <a:p>
            <a:pPr rtl="1" algn="r" indent="0" marL="0">
              <a:buNone/>
            </a:pPr>
            <a:r>
              <a:rPr lang="ar-MA" altLang="en-US" sz="4800" b="1" dirty="0">
                <a:solidFill>
                  <a:srgbClr val="F4EFE6"/>
                </a:solidFill>
                <a:latin typeface="Arial" pitchFamily="34" charset="0"/>
                <a:ea typeface="Arial" pitchFamily="34" charset="-122"/>
                <a:cs typeface="Arial" pitchFamily="34" charset="-120"/>
              </a:rPr>
              <a:t>التأسيس · الاسم · المقر · الأهداف</a:t>
            </a:r>
            <a:endParaRPr lang="ar-MA" sz="4800" dirty="0"/>
          </a:p>
        </p:txBody>
      </p:sp>
      <p:sp>
        <p:nvSpPr>
          <p:cNvPr id="7" name="Text 4"/>
          <p:cNvSpPr txBox="1"/>
          <p:nvPr/>
        </p:nvSpPr>
        <p:spPr>
          <a:xfrm>
            <a:off x="548640" y="4434840"/>
            <a:ext cx="11094415" cy="457200"/>
          </a:xfrm>
          <a:prstGeom prst="rect">
            <a:avLst/>
          </a:prstGeom>
          <a:noFill/>
          <a:ln/>
        </p:spPr>
        <p:txBody>
          <a:bodyPr wrap="square" lIns="0" tIns="0" rIns="0" bIns="0" rtlCol="0" anchor="t"/>
          <a:lstStyle/>
          <a:p>
            <a:pPr rtl="1" algn="r" indent="0" marL="0">
              <a:buNone/>
            </a:pPr>
            <a:r>
              <a:rPr lang="ar-MA" altLang="en-US" sz="1600" dirty="0">
                <a:solidFill>
                  <a:srgbClr val="B4ABC0"/>
                </a:solidFill>
                <a:latin typeface="Arial" pitchFamily="34" charset="0"/>
                <a:ea typeface="Arial" pitchFamily="34" charset="-122"/>
                <a:cs typeface="Arial" pitchFamily="34" charset="-120"/>
              </a:rPr>
              <a:t>الفصول من 1 إلى 5</a:t>
            </a:r>
            <a:endParaRPr lang="ar-MA" sz="1600" dirty="0"/>
          </a:p>
        </p:txBody>
      </p:sp>
    </p:spTree>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182880"/>
            <a:ext cx="2743200" cy="1371600"/>
          </a:xfrm>
          <a:prstGeom prst="rect">
            <a:avLst/>
          </a:prstGeom>
          <a:noFill/>
          <a:ln/>
        </p:spPr>
        <p:txBody>
          <a:bodyPr wrap="square" lIns="0" tIns="0" rIns="0" bIns="0" rtlCol="0" anchor="t"/>
          <a:lstStyle/>
          <a:p>
            <a:pPr algn="l" indent="0" marL="0">
              <a:buNone/>
            </a:pPr>
            <a:r>
              <a:rPr lang="ar-MA" altLang="en-US" sz="9600" b="1" dirty="0">
                <a:solidFill>
                  <a:srgbClr val="201A2A"/>
                </a:solidFill>
                <a:latin typeface="Arial" pitchFamily="34" charset="0"/>
                <a:ea typeface="Arial" pitchFamily="34" charset="-122"/>
                <a:cs typeface="Arial" pitchFamily="34" charset="-120"/>
              </a:rPr>
              <a:t>01</a:t>
            </a:r>
            <a:endParaRPr lang="ar-MA" sz="9600" dirty="0"/>
          </a:p>
        </p:txBody>
      </p:sp>
      <p:sp>
        <p:nvSpPr>
          <p:cNvPr id="3" name="badge"/>
          <p:cNvSpPr/>
          <p:nvPr/>
        </p:nvSpPr>
        <p:spPr>
          <a:xfrm>
            <a:off x="10984687" y="566928"/>
            <a:ext cx="658368" cy="658368"/>
          </a:xfrm>
          <a:prstGeom prst="ellipse">
            <a:avLst/>
          </a:prstGeom>
          <a:solidFill>
            <a:srgbClr val="C9A44C"/>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1162447" y="744687"/>
            <a:ext cx="302849" cy="302849"/>
          </a:xfrm>
          <a:prstGeom prst="rect">
            <a:avLst/>
          </a:prstGeom>
        </p:spPr>
      </p:pic>
      <p:sp>
        <p:nvSpPr>
          <p:cNvPr id="5" name="Text 2"/>
          <p:cNvSpPr txBox="1"/>
          <p:nvPr/>
        </p:nvSpPr>
        <p:spPr>
          <a:xfrm>
            <a:off x="548640" y="457200"/>
            <a:ext cx="10225735" cy="365760"/>
          </a:xfrm>
          <a:prstGeom prst="rect">
            <a:avLst/>
          </a:prstGeom>
          <a:noFill/>
          <a:ln/>
        </p:spPr>
        <p:txBody>
          <a:bodyPr wrap="square" lIns="0" tIns="0" rIns="0" bIns="0" rtlCol="0" anchor="t"/>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الفصل الأول</a:t>
            </a:r>
            <a:endParaRPr lang="ar-MA" sz="1600" dirty="0"/>
          </a:p>
        </p:txBody>
      </p:sp>
      <p:sp>
        <p:nvSpPr>
          <p:cNvPr id="6" name="Text 3"/>
          <p:cNvSpPr txBox="1"/>
          <p:nvPr/>
        </p:nvSpPr>
        <p:spPr>
          <a:xfrm>
            <a:off x="548640" y="786384"/>
            <a:ext cx="10225735" cy="731520"/>
          </a:xfrm>
          <a:prstGeom prst="rect">
            <a:avLst/>
          </a:prstGeom>
          <a:noFill/>
          <a:ln/>
        </p:spPr>
        <p:txBody>
          <a:bodyPr wrap="square" lIns="0" tIns="0" rIns="0" bIns="0" rtlCol="0" anchor="ctr"/>
          <a:lstStyle/>
          <a:p>
            <a:pPr rtl="1" algn="r" indent="0" marL="0">
              <a:buNone/>
            </a:pPr>
            <a:r>
              <a:rPr lang="ar-MA" altLang="en-US" sz="3600" b="1" dirty="0">
                <a:solidFill>
                  <a:srgbClr val="F4EFE6"/>
                </a:solidFill>
                <a:latin typeface="Arial" pitchFamily="34" charset="0"/>
                <a:ea typeface="Arial" pitchFamily="34" charset="-122"/>
                <a:cs typeface="Arial" pitchFamily="34" charset="-120"/>
              </a:rPr>
              <a:t>التأسيس</a:t>
            </a:r>
            <a:endParaRPr lang="ar-MA" sz="3600" dirty="0"/>
          </a:p>
        </p:txBody>
      </p:sp>
      <p:sp>
        <p:nvSpPr>
          <p:cNvPr id="7" name="card"/>
          <p:cNvSpPr/>
          <p:nvPr/>
        </p:nvSpPr>
        <p:spPr>
          <a:xfrm>
            <a:off x="548640" y="1874520"/>
            <a:ext cx="3931920" cy="4206240"/>
          </a:xfrm>
          <a:prstGeom prst="roundRect">
            <a:avLst>
              <a:gd name="adj" fmla="val 2791"/>
            </a:avLst>
          </a:prstGeom>
          <a:solidFill>
            <a:srgbClr val="2B2338"/>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8" name="Text 5"/>
          <p:cNvSpPr txBox="1"/>
          <p:nvPr/>
        </p:nvSpPr>
        <p:spPr>
          <a:xfrm>
            <a:off x="822960" y="2148840"/>
            <a:ext cx="3383280" cy="365760"/>
          </a:xfrm>
          <a:prstGeom prst="rect">
            <a:avLst/>
          </a:prstGeom>
          <a:noFill/>
          <a:ln/>
        </p:spPr>
        <p:txBody>
          <a:bodyPr wrap="square" lIns="0" tIns="0" rIns="0" bIns="0" rtlCol="0" anchor="t"/>
          <a:lstStyle/>
          <a:p>
            <a:pPr rtl="1" algn="l" indent="0" marL="0">
              <a:buNone/>
            </a:pPr>
            <a:r>
              <a:rPr lang="ar-MA" altLang="en-US" sz="1400" dirty="0">
                <a:solidFill>
                  <a:srgbClr val="B4ABC0"/>
                </a:solidFill>
                <a:latin typeface="Arial" pitchFamily="34" charset="0"/>
                <a:ea typeface="Arial" pitchFamily="34" charset="-122"/>
                <a:cs typeface="Arial" pitchFamily="34" charset="-120"/>
              </a:rPr>
              <a:t>الاسم المختصر</a:t>
            </a:r>
            <a:endParaRPr lang="ar-MA" sz="1400" dirty="0"/>
          </a:p>
        </p:txBody>
      </p:sp>
      <p:sp>
        <p:nvSpPr>
          <p:cNvPr id="9" name="Text 6"/>
          <p:cNvSpPr txBox="1"/>
          <p:nvPr/>
        </p:nvSpPr>
        <p:spPr>
          <a:xfrm>
            <a:off x="822960" y="2560320"/>
            <a:ext cx="3383280" cy="914400"/>
          </a:xfrm>
          <a:prstGeom prst="rect">
            <a:avLst/>
          </a:prstGeom>
          <a:noFill/>
          <a:ln/>
        </p:spPr>
        <p:txBody>
          <a:bodyPr wrap="square" lIns="0" tIns="0" rIns="0" bIns="0" rtlCol="0" anchor="t"/>
          <a:lstStyle/>
          <a:p>
            <a:pPr algn="l" indent="0" marL="0">
              <a:buNone/>
            </a:pPr>
            <a:r>
              <a:rPr lang="ar-MA" altLang="en-US" sz="5400" b="1" dirty="0">
                <a:solidFill>
                  <a:srgbClr val="C9A44C"/>
                </a:solidFill>
                <a:latin typeface="Arial" pitchFamily="34" charset="0"/>
                <a:ea typeface="Arial" pitchFamily="34" charset="-122"/>
                <a:cs typeface="Arial" pitchFamily="34" charset="-120"/>
              </a:rPr>
              <a:t>APMAC</a:t>
            </a:r>
            <a:endParaRPr lang="ar-MA" sz="5400" dirty="0"/>
          </a:p>
        </p:txBody>
      </p:sp>
      <p:sp>
        <p:nvSpPr>
          <p:cNvPr id="10" name="Text 7"/>
          <p:cNvSpPr txBox="1"/>
          <p:nvPr/>
        </p:nvSpPr>
        <p:spPr>
          <a:xfrm>
            <a:off x="822960" y="3611880"/>
            <a:ext cx="3383280" cy="822960"/>
          </a:xfrm>
          <a:prstGeom prst="rect">
            <a:avLst/>
          </a:prstGeom>
          <a:noFill/>
          <a:ln/>
        </p:spPr>
        <p:txBody>
          <a:bodyPr wrap="square" lIns="0" tIns="0" rIns="0" bIns="0" rtlCol="0" anchor="t"/>
          <a:lstStyle/>
          <a:p>
            <a:pPr algn="l" indent="0" marL="0">
              <a:buNone/>
            </a:pPr>
            <a:r>
              <a:rPr lang="ar-MA" altLang="en-US" sz="1400" dirty="0">
                <a:solidFill>
                  <a:srgbClr val="F4EFE6"/>
                </a:solidFill>
                <a:latin typeface="Arial" pitchFamily="34" charset="0"/>
                <a:ea typeface="Arial" pitchFamily="34" charset="-122"/>
                <a:cs typeface="Arial" pitchFamily="34" charset="-120"/>
              </a:rPr>
              <a:t>Association Professionnelle Marocaine des Artistes Comédiens</a:t>
            </a:r>
            <a:endParaRPr lang="ar-MA" sz="1400" dirty="0"/>
          </a:p>
        </p:txBody>
      </p:sp>
      <p:sp>
        <p:nvSpPr>
          <p:cNvPr id="11" name="Text 8"/>
          <p:cNvSpPr txBox="1"/>
          <p:nvPr/>
        </p:nvSpPr>
        <p:spPr>
          <a:xfrm>
            <a:off x="822960" y="5074920"/>
            <a:ext cx="3383280" cy="640080"/>
          </a:xfrm>
          <a:prstGeom prst="rect">
            <a:avLst/>
          </a:prstGeom>
          <a:noFill/>
          <a:ln/>
        </p:spPr>
        <p:txBody>
          <a:bodyPr wrap="square" lIns="0" tIns="0" rIns="0" bIns="0" rtlCol="0" anchor="b"/>
          <a:lstStyle/>
          <a:p>
            <a:pPr rtl="1" algn="l" indent="0" marL="0">
              <a:buNone/>
            </a:pPr>
            <a:r>
              <a:rPr lang="ar-MA" altLang="en-US" sz="1500" b="1" dirty="0">
                <a:solidFill>
                  <a:srgbClr val="E2C987"/>
                </a:solidFill>
                <a:latin typeface="Arial" pitchFamily="34" charset="0"/>
                <a:ea typeface="Arial" pitchFamily="34" charset="-122"/>
                <a:cs typeface="Arial" pitchFamily="34" charset="-120"/>
              </a:rPr>
              <a:t>الشخصية المعنوية والاستقلال المالي</a:t>
            </a:r>
            <a:endParaRPr lang="ar-MA" sz="1500" dirty="0"/>
          </a:p>
        </p:txBody>
      </p:sp>
      <p:sp>
        <p:nvSpPr>
          <p:cNvPr id="12" name="Text 9"/>
          <p:cNvSpPr txBox="1"/>
          <p:nvPr/>
        </p:nvSpPr>
        <p:spPr>
          <a:xfrm>
            <a:off x="4892040" y="1965960"/>
            <a:ext cx="6751015" cy="4114800"/>
          </a:xfrm>
          <a:prstGeom prst="rect">
            <a:avLst/>
          </a:prstGeom>
          <a:noFill/>
          <a:ln/>
        </p:spPr>
        <p:txBody>
          <a:bodyPr wrap="square" lIns="0" tIns="0" rIns="0" bIns="0" rtlCol="0" anchor="t"/>
          <a:lstStyle/>
          <a:p>
            <a:pPr rtl="1" algn="r" marL="177800" indent="-177800">
              <a:spcAft>
                <a:spcPts val="1400"/>
              </a:spcAft>
              <a:buSzPct val="100000"/>
              <a:buChar char="•"/>
            </a:pPr>
            <a:r>
              <a:rPr lang="ar-MA" altLang="en-US" sz="1800" dirty="0">
                <a:solidFill>
                  <a:srgbClr val="F4EFE6"/>
                </a:solidFill>
                <a:latin typeface="Arial" pitchFamily="34" charset="0"/>
                <a:ea typeface="Arial" pitchFamily="34" charset="-122"/>
                <a:cs typeface="Arial" pitchFamily="34" charset="-120"/>
              </a:rPr>
              <a:t>جمعية مهنية مستقلة، ثقافية وفنية، بجهة سوس ماسة.</a:t>
            </a:r>
            <a:endParaRPr lang="ar-MA" sz="1800" dirty="0"/>
          </a:p>
          <a:p>
            <a:pPr rtl="1" algn="r" marL="177800" indent="-177800">
              <a:spcAft>
                <a:spcPts val="1400"/>
              </a:spcAft>
              <a:buSzPct val="100000"/>
              <a:buChar char="•"/>
            </a:pPr>
            <a:r>
              <a:rPr lang="ar-MA" altLang="en-US" sz="1800" dirty="0">
                <a:solidFill>
                  <a:srgbClr val="F4EFE6"/>
                </a:solidFill>
                <a:latin typeface="Arial" pitchFamily="34" charset="0"/>
                <a:ea typeface="Arial" pitchFamily="34" charset="-122"/>
                <a:cs typeface="Arial" pitchFamily="34" charset="-120"/>
              </a:rPr>
              <a:t>تحمل اسم «الجمعية المهنية المغربية للفنانين الممثلين».</a:t>
            </a:r>
            <a:endParaRPr lang="ar-MA" sz="1800" dirty="0"/>
          </a:p>
          <a:p>
            <a:pPr rtl="1" algn="r" marL="177800" indent="-177800">
              <a:spcAft>
                <a:spcPts val="1400"/>
              </a:spcAft>
              <a:buSzPct val="100000"/>
              <a:buChar char="•"/>
            </a:pPr>
            <a:r>
              <a:rPr lang="ar-MA" altLang="en-US" sz="1800" dirty="0">
                <a:solidFill>
                  <a:srgbClr val="F4EFE6"/>
                </a:solidFill>
                <a:latin typeface="Arial" pitchFamily="34" charset="0"/>
                <a:ea typeface="Arial" pitchFamily="34" charset="-122"/>
                <a:cs typeface="Arial" pitchFamily="34" charset="-120"/>
              </a:rPr>
              <a:t>تأسست وفق ظهير 15 نونبر 1958 المنظم لحق تأسيس الجمعيات، كما وقع تتميمه وتعديله بظهيري 10 أبريل 1973 و23 يوليوز 2002.</a:t>
            </a:r>
            <a:endParaRPr lang="ar-MA" sz="1800" dirty="0"/>
          </a:p>
          <a:p>
            <a:pPr rtl="1" algn="r" marL="177800" indent="-177800">
              <a:spcAft>
                <a:spcPts val="1400"/>
              </a:spcAft>
              <a:buSzPct val="100000"/>
              <a:buChar char="•"/>
            </a:pPr>
            <a:r>
              <a:rPr lang="ar-MA" altLang="en-US" sz="1800" dirty="0">
                <a:solidFill>
                  <a:srgbClr val="F4EFE6"/>
                </a:solidFill>
                <a:latin typeface="Arial" pitchFamily="34" charset="0"/>
                <a:ea typeface="Arial" pitchFamily="34" charset="-122"/>
                <a:cs typeface="Arial" pitchFamily="34" charset="-120"/>
              </a:rPr>
              <a:t>تتمتع بالشخصية المعنوية والاستقلال المالي في حدود القوانين الجاري بها العمل.</a:t>
            </a:r>
            <a:endParaRPr lang="ar-MA" sz="18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A44C"/>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182880"/>
            <a:ext cx="2743200" cy="1371600"/>
          </a:xfrm>
          <a:prstGeom prst="rect">
            <a:avLst/>
          </a:prstGeom>
          <a:noFill/>
          <a:ln/>
        </p:spPr>
        <p:txBody>
          <a:bodyPr wrap="square" lIns="0" tIns="0" rIns="0" bIns="0" rtlCol="0" anchor="t"/>
          <a:lstStyle/>
          <a:p>
            <a:pPr algn="l" indent="0" marL="0">
              <a:buNone/>
            </a:pPr>
            <a:r>
              <a:rPr lang="ar-MA" altLang="en-US" sz="9600" b="1" dirty="0">
                <a:solidFill>
                  <a:srgbClr val="201A2A"/>
                </a:solidFill>
                <a:latin typeface="Arial" pitchFamily="34" charset="0"/>
                <a:ea typeface="Arial" pitchFamily="34" charset="-122"/>
                <a:cs typeface="Arial" pitchFamily="34" charset="-120"/>
              </a:rPr>
              <a:t>02</a:t>
            </a:r>
            <a:endParaRPr lang="ar-MA" sz="9600" dirty="0"/>
          </a:p>
        </p:txBody>
      </p:sp>
      <p:sp>
        <p:nvSpPr>
          <p:cNvPr id="3" name="badge"/>
          <p:cNvSpPr/>
          <p:nvPr/>
        </p:nvSpPr>
        <p:spPr>
          <a:xfrm>
            <a:off x="10984687" y="566928"/>
            <a:ext cx="658368" cy="658368"/>
          </a:xfrm>
          <a:prstGeom prst="ellipse">
            <a:avLst/>
          </a:prstGeom>
          <a:solidFill>
            <a:srgbClr val="C9A44C"/>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1162447" y="744687"/>
            <a:ext cx="302849" cy="302849"/>
          </a:xfrm>
          <a:prstGeom prst="rect">
            <a:avLst/>
          </a:prstGeom>
        </p:spPr>
      </p:pic>
      <p:sp>
        <p:nvSpPr>
          <p:cNvPr id="5" name="Text 2"/>
          <p:cNvSpPr txBox="1"/>
          <p:nvPr/>
        </p:nvSpPr>
        <p:spPr>
          <a:xfrm>
            <a:off x="548640" y="457200"/>
            <a:ext cx="10225735" cy="365760"/>
          </a:xfrm>
          <a:prstGeom prst="rect">
            <a:avLst/>
          </a:prstGeom>
          <a:noFill/>
          <a:ln/>
        </p:spPr>
        <p:txBody>
          <a:bodyPr wrap="square" lIns="0" tIns="0" rIns="0" bIns="0" rtlCol="0" anchor="t"/>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الفصل الثاني</a:t>
            </a:r>
            <a:endParaRPr lang="ar-MA" sz="1600" dirty="0"/>
          </a:p>
        </p:txBody>
      </p:sp>
      <p:sp>
        <p:nvSpPr>
          <p:cNvPr id="6" name="Text 3"/>
          <p:cNvSpPr txBox="1"/>
          <p:nvPr/>
        </p:nvSpPr>
        <p:spPr>
          <a:xfrm>
            <a:off x="548640" y="786384"/>
            <a:ext cx="10225735" cy="731520"/>
          </a:xfrm>
          <a:prstGeom prst="rect">
            <a:avLst/>
          </a:prstGeom>
          <a:noFill/>
          <a:ln/>
        </p:spPr>
        <p:txBody>
          <a:bodyPr wrap="square" lIns="0" tIns="0" rIns="0" bIns="0" rtlCol="0" anchor="ctr"/>
          <a:lstStyle/>
          <a:p>
            <a:pPr rtl="1" algn="r" indent="0" marL="0">
              <a:buNone/>
            </a:pPr>
            <a:r>
              <a:rPr lang="ar-MA" altLang="en-US" sz="3600" b="1" dirty="0">
                <a:solidFill>
                  <a:srgbClr val="F4EFE6"/>
                </a:solidFill>
                <a:latin typeface="Arial" pitchFamily="34" charset="0"/>
                <a:ea typeface="Arial" pitchFamily="34" charset="-122"/>
                <a:cs typeface="Arial" pitchFamily="34" charset="-120"/>
              </a:rPr>
              <a:t>المقر</a:t>
            </a:r>
            <a:endParaRPr lang="ar-MA" sz="3600" dirty="0"/>
          </a:p>
        </p:txBody>
      </p:sp>
      <p:sp>
        <p:nvSpPr>
          <p:cNvPr id="7" name="card"/>
          <p:cNvSpPr/>
          <p:nvPr/>
        </p:nvSpPr>
        <p:spPr>
          <a:xfrm>
            <a:off x="548640" y="1874520"/>
            <a:ext cx="11094415" cy="2240280"/>
          </a:xfrm>
          <a:prstGeom prst="roundRect">
            <a:avLst>
              <a:gd name="adj" fmla="val 4898"/>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8" name="Text 5"/>
          <p:cNvSpPr txBox="1"/>
          <p:nvPr/>
        </p:nvSpPr>
        <p:spPr>
          <a:xfrm>
            <a:off x="1005840" y="2194560"/>
            <a:ext cx="10180015" cy="411480"/>
          </a:xfrm>
          <a:prstGeom prst="rect">
            <a:avLst/>
          </a:prstGeom>
          <a:noFill/>
          <a:ln/>
        </p:spPr>
        <p:txBody>
          <a:bodyPr wrap="square" lIns="0" tIns="0" rIns="0" bIns="0" rtlCol="0" anchor="t"/>
          <a:lstStyle/>
          <a:p>
            <a:pPr rtl="1" algn="r" indent="0" marL="0">
              <a:buNone/>
            </a:pPr>
            <a:r>
              <a:rPr lang="ar-MA" altLang="en-US" sz="1800" b="1" dirty="0">
                <a:solidFill>
                  <a:srgbClr val="C9A44C"/>
                </a:solidFill>
                <a:latin typeface="Arial" pitchFamily="34" charset="0"/>
                <a:ea typeface="Arial" pitchFamily="34" charset="-122"/>
                <a:cs typeface="Arial" pitchFamily="34" charset="-120"/>
              </a:rPr>
              <a:t>المقر المركزي للجمعية</a:t>
            </a:r>
            <a:endParaRPr lang="ar-MA" sz="1800" dirty="0"/>
          </a:p>
        </p:txBody>
      </p:sp>
      <p:sp>
        <p:nvSpPr>
          <p:cNvPr id="9" name="Text 6"/>
          <p:cNvSpPr txBox="1"/>
          <p:nvPr/>
        </p:nvSpPr>
        <p:spPr>
          <a:xfrm>
            <a:off x="1005840" y="2697480"/>
            <a:ext cx="10180015" cy="822960"/>
          </a:xfrm>
          <a:prstGeom prst="rect">
            <a:avLst/>
          </a:prstGeom>
          <a:noFill/>
          <a:ln/>
        </p:spPr>
        <p:txBody>
          <a:bodyPr wrap="square" lIns="0" tIns="0" rIns="0" bIns="0" rtlCol="0" anchor="ctr"/>
          <a:lstStyle/>
          <a:p>
            <a:pPr rtl="1" algn="r" indent="0" marL="0">
              <a:buNone/>
            </a:pPr>
            <a:r>
              <a:rPr lang="ar-MA" altLang="en-US" sz="3400" b="1" dirty="0">
                <a:solidFill>
                  <a:srgbClr val="F4EFE6"/>
                </a:solidFill>
                <a:latin typeface="Arial" pitchFamily="34" charset="0"/>
                <a:ea typeface="Arial" pitchFamily="34" charset="-122"/>
                <a:cs typeface="Arial" pitchFamily="34" charset="-120"/>
              </a:rPr>
              <a:t>حي الزيتون، بلوك ف، رقم 96 — تيكوين، أكادير</a:t>
            </a:r>
            <a:endParaRPr lang="ar-MA" sz="3400" dirty="0"/>
          </a:p>
        </p:txBody>
      </p:sp>
      <p:sp>
        <p:nvSpPr>
          <p:cNvPr id="10" name="card"/>
          <p:cNvSpPr/>
          <p:nvPr/>
        </p:nvSpPr>
        <p:spPr>
          <a:xfrm>
            <a:off x="548640" y="4389120"/>
            <a:ext cx="11094415" cy="1691640"/>
          </a:xfrm>
          <a:prstGeom prst="roundRect">
            <a:avLst>
              <a:gd name="adj" fmla="val 6486"/>
            </a:avLst>
          </a:prstGeom>
          <a:solidFill>
            <a:srgbClr val="2B2338"/>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1" name="Text 8"/>
          <p:cNvSpPr txBox="1"/>
          <p:nvPr/>
        </p:nvSpPr>
        <p:spPr>
          <a:xfrm>
            <a:off x="1005840" y="4617720"/>
            <a:ext cx="10180015" cy="365760"/>
          </a:xfrm>
          <a:prstGeom prst="rect">
            <a:avLst/>
          </a:prstGeom>
          <a:noFill/>
          <a:ln/>
        </p:spPr>
        <p:txBody>
          <a:bodyPr wrap="square" lIns="0" tIns="0" rIns="0" bIns="0" rtlCol="0" anchor="t"/>
          <a:lstStyle/>
          <a:p>
            <a:pPr rtl="1" algn="r" indent="0" marL="0">
              <a:buNone/>
            </a:pPr>
            <a:r>
              <a:rPr lang="ar-MA" altLang="en-US" sz="1800" b="1" dirty="0">
                <a:solidFill>
                  <a:srgbClr val="C9A44C"/>
                </a:solidFill>
                <a:latin typeface="Arial" pitchFamily="34" charset="0"/>
                <a:ea typeface="Arial" pitchFamily="34" charset="-122"/>
                <a:cs typeface="Arial" pitchFamily="34" charset="-120"/>
              </a:rPr>
              <a:t>إمكانية نقل المقر</a:t>
            </a:r>
            <a:endParaRPr lang="ar-MA" sz="1800" dirty="0"/>
          </a:p>
        </p:txBody>
      </p:sp>
      <p:sp>
        <p:nvSpPr>
          <p:cNvPr id="12" name="Text 9"/>
          <p:cNvSpPr txBox="1"/>
          <p:nvPr/>
        </p:nvSpPr>
        <p:spPr>
          <a:xfrm>
            <a:off x="1005840" y="5029200"/>
            <a:ext cx="10180015" cy="868680"/>
          </a:xfrm>
          <a:prstGeom prst="rect">
            <a:avLst/>
          </a:prstGeom>
          <a:noFill/>
          <a:ln/>
        </p:spPr>
        <p:txBody>
          <a:bodyPr wrap="square" lIns="0" tIns="0" rIns="0" bIns="0" rtlCol="0" anchor="t"/>
          <a:lstStyle/>
          <a:p>
            <a:pPr rtl="1" algn="r" indent="0" marL="0">
              <a:buNone/>
            </a:pPr>
            <a:r>
              <a:rPr lang="ar-MA" altLang="en-US" sz="1800" dirty="0">
                <a:solidFill>
                  <a:srgbClr val="F4EFE6"/>
                </a:solidFill>
                <a:latin typeface="Arial" pitchFamily="34" charset="0"/>
                <a:ea typeface="Arial" pitchFamily="34" charset="-122"/>
                <a:cs typeface="Arial" pitchFamily="34" charset="-120"/>
              </a:rPr>
              <a:t>يجوز نقله إلى أي مدينة أخرى داخل تراب الجهة بقرار من الجمع العام أو من المكتب المسير، مع إشعار السلطات المختصة طبقا للقانون.</a:t>
            </a:r>
            <a:endParaRPr lang="ar-MA" sz="18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A44C"/>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182880"/>
            <a:ext cx="2743200" cy="1371600"/>
          </a:xfrm>
          <a:prstGeom prst="rect">
            <a:avLst/>
          </a:prstGeom>
          <a:noFill/>
          <a:ln/>
        </p:spPr>
        <p:txBody>
          <a:bodyPr wrap="square" lIns="0" tIns="0" rIns="0" bIns="0" rtlCol="0" anchor="t"/>
          <a:lstStyle/>
          <a:p>
            <a:pPr algn="l" indent="0" marL="0">
              <a:buNone/>
            </a:pPr>
            <a:r>
              <a:rPr lang="ar-MA" altLang="en-US" sz="9600" b="1" dirty="0">
                <a:solidFill>
                  <a:srgbClr val="201A2A"/>
                </a:solidFill>
                <a:latin typeface="Arial" pitchFamily="34" charset="0"/>
                <a:ea typeface="Arial" pitchFamily="34" charset="-122"/>
                <a:cs typeface="Arial" pitchFamily="34" charset="-120"/>
              </a:rPr>
              <a:t>03</a:t>
            </a:r>
            <a:endParaRPr lang="ar-MA" sz="9600" dirty="0"/>
          </a:p>
        </p:txBody>
      </p:sp>
      <p:sp>
        <p:nvSpPr>
          <p:cNvPr id="3" name="badge"/>
          <p:cNvSpPr/>
          <p:nvPr/>
        </p:nvSpPr>
        <p:spPr>
          <a:xfrm>
            <a:off x="10984687" y="566928"/>
            <a:ext cx="658368" cy="658368"/>
          </a:xfrm>
          <a:prstGeom prst="ellipse">
            <a:avLst/>
          </a:prstGeom>
          <a:solidFill>
            <a:srgbClr val="C9A44C"/>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1162447" y="744687"/>
            <a:ext cx="302849" cy="302849"/>
          </a:xfrm>
          <a:prstGeom prst="rect">
            <a:avLst/>
          </a:prstGeom>
        </p:spPr>
      </p:pic>
      <p:sp>
        <p:nvSpPr>
          <p:cNvPr id="5" name="Text 2"/>
          <p:cNvSpPr txBox="1"/>
          <p:nvPr/>
        </p:nvSpPr>
        <p:spPr>
          <a:xfrm>
            <a:off x="548640" y="457200"/>
            <a:ext cx="10225735" cy="365760"/>
          </a:xfrm>
          <a:prstGeom prst="rect">
            <a:avLst/>
          </a:prstGeom>
          <a:noFill/>
          <a:ln/>
        </p:spPr>
        <p:txBody>
          <a:bodyPr wrap="square" lIns="0" tIns="0" rIns="0" bIns="0" rtlCol="0" anchor="t"/>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الفصل الثالث</a:t>
            </a:r>
            <a:endParaRPr lang="ar-MA" sz="1600" dirty="0"/>
          </a:p>
        </p:txBody>
      </p:sp>
      <p:sp>
        <p:nvSpPr>
          <p:cNvPr id="6" name="Text 3"/>
          <p:cNvSpPr txBox="1"/>
          <p:nvPr/>
        </p:nvSpPr>
        <p:spPr>
          <a:xfrm>
            <a:off x="548640" y="786384"/>
            <a:ext cx="10225735" cy="731520"/>
          </a:xfrm>
          <a:prstGeom prst="rect">
            <a:avLst/>
          </a:prstGeom>
          <a:noFill/>
          <a:ln/>
        </p:spPr>
        <p:txBody>
          <a:bodyPr wrap="square" lIns="0" tIns="0" rIns="0" bIns="0" rtlCol="0" anchor="ctr"/>
          <a:lstStyle/>
          <a:p>
            <a:pPr rtl="1" algn="r" indent="0" marL="0">
              <a:buNone/>
            </a:pPr>
            <a:r>
              <a:rPr lang="ar-MA" altLang="en-US" sz="3600" b="1" dirty="0">
                <a:solidFill>
                  <a:srgbClr val="F4EFE6"/>
                </a:solidFill>
                <a:latin typeface="Arial" pitchFamily="34" charset="0"/>
                <a:ea typeface="Arial" pitchFamily="34" charset="-122"/>
                <a:cs typeface="Arial" pitchFamily="34" charset="-120"/>
              </a:rPr>
              <a:t>المدة</a:t>
            </a:r>
            <a:endParaRPr lang="ar-MA" sz="3600" dirty="0"/>
          </a:p>
        </p:txBody>
      </p:sp>
      <p:sp>
        <p:nvSpPr>
          <p:cNvPr id="7" name="card"/>
          <p:cNvSpPr/>
          <p:nvPr/>
        </p:nvSpPr>
        <p:spPr>
          <a:xfrm>
            <a:off x="548640" y="1874520"/>
            <a:ext cx="4206240" cy="4206240"/>
          </a:xfrm>
          <a:prstGeom prst="roundRect">
            <a:avLst>
              <a:gd name="adj" fmla="val 2609"/>
            </a:avLst>
          </a:prstGeom>
          <a:solidFill>
            <a:srgbClr val="2B2338"/>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8" name="Text 5"/>
          <p:cNvSpPr txBox="1"/>
          <p:nvPr/>
        </p:nvSpPr>
        <p:spPr>
          <a:xfrm>
            <a:off x="548640" y="2148840"/>
            <a:ext cx="4206240" cy="2011680"/>
          </a:xfrm>
          <a:prstGeom prst="rect">
            <a:avLst/>
          </a:prstGeom>
          <a:noFill/>
          <a:ln/>
        </p:spPr>
        <p:txBody>
          <a:bodyPr wrap="square" lIns="0" tIns="0" rIns="0" bIns="0" rtlCol="0" anchor="ctr"/>
          <a:lstStyle/>
          <a:p>
            <a:pPr algn="ctr" indent="0" marL="0">
              <a:buNone/>
            </a:pPr>
            <a:r>
              <a:rPr lang="ar-MA" altLang="en-US" sz="14000" dirty="0">
                <a:solidFill>
                  <a:srgbClr val="C9A44C"/>
                </a:solidFill>
                <a:latin typeface="Arial" pitchFamily="34" charset="0"/>
                <a:ea typeface="Arial" pitchFamily="34" charset="-122"/>
                <a:cs typeface="Arial" pitchFamily="34" charset="-120"/>
              </a:rPr>
              <a:t>∞</a:t>
            </a:r>
            <a:endParaRPr lang="ar-MA" sz="14000" dirty="0"/>
          </a:p>
        </p:txBody>
      </p:sp>
      <p:sp>
        <p:nvSpPr>
          <p:cNvPr id="9" name="Text 6"/>
          <p:cNvSpPr txBox="1"/>
          <p:nvPr/>
        </p:nvSpPr>
        <p:spPr>
          <a:xfrm>
            <a:off x="548640" y="4434840"/>
            <a:ext cx="4206240" cy="731520"/>
          </a:xfrm>
          <a:prstGeom prst="rect">
            <a:avLst/>
          </a:prstGeom>
          <a:noFill/>
          <a:ln/>
        </p:spPr>
        <p:txBody>
          <a:bodyPr wrap="square" lIns="0" tIns="0" rIns="0" bIns="0" rtlCol="0" anchor="ctr"/>
          <a:lstStyle/>
          <a:p>
            <a:pPr rtl="1" algn="ctr" indent="0" marL="0">
              <a:buNone/>
            </a:pPr>
            <a:r>
              <a:rPr lang="ar-MA" altLang="en-US" sz="3200" b="1" dirty="0">
                <a:solidFill>
                  <a:srgbClr val="F4EFE6"/>
                </a:solidFill>
                <a:latin typeface="Arial" pitchFamily="34" charset="0"/>
                <a:ea typeface="Arial" pitchFamily="34" charset="-122"/>
                <a:cs typeface="Arial" pitchFamily="34" charset="-120"/>
              </a:rPr>
              <a:t>غير محدودة</a:t>
            </a:r>
            <a:endParaRPr lang="ar-MA" sz="3200" dirty="0"/>
          </a:p>
        </p:txBody>
      </p:sp>
      <p:sp>
        <p:nvSpPr>
          <p:cNvPr id="10" name="Text 7"/>
          <p:cNvSpPr txBox="1"/>
          <p:nvPr/>
        </p:nvSpPr>
        <p:spPr>
          <a:xfrm>
            <a:off x="5212080" y="2651760"/>
            <a:ext cx="6430975" cy="2194560"/>
          </a:xfrm>
          <a:prstGeom prst="rect">
            <a:avLst/>
          </a:prstGeom>
          <a:noFill/>
          <a:ln/>
        </p:spPr>
        <p:txBody>
          <a:bodyPr wrap="square" lIns="0" tIns="0" rIns="0" bIns="0" rtlCol="0" anchor="ctr"/>
          <a:lstStyle/>
          <a:p>
            <a:pPr rtl="1" algn="r" indent="0" marL="0">
              <a:lnSpc>
                <a:spcPct val="120000"/>
              </a:lnSpc>
              <a:buNone/>
            </a:pPr>
            <a:r>
              <a:rPr lang="ar-MA" altLang="en-US" sz="2600" dirty="0">
                <a:solidFill>
                  <a:srgbClr val="F4EFE6"/>
                </a:solidFill>
                <a:latin typeface="Arial" pitchFamily="34" charset="0"/>
                <a:ea typeface="Arial" pitchFamily="34" charset="-122"/>
                <a:cs typeface="Arial" pitchFamily="34" charset="-120"/>
              </a:rPr>
              <a:t>مدة الجمعية غير محدودة، وتستمر في أداء مهامها إلى حين حلها وفق الشروط القانونية المنصوص عليها في هذا القانون الأساسي.</a:t>
            </a:r>
            <a:endParaRPr lang="ar-MA" sz="2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A44C"/>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182880"/>
            <a:ext cx="2743200" cy="1371600"/>
          </a:xfrm>
          <a:prstGeom prst="rect">
            <a:avLst/>
          </a:prstGeom>
          <a:noFill/>
          <a:ln/>
        </p:spPr>
        <p:txBody>
          <a:bodyPr wrap="square" lIns="0" tIns="0" rIns="0" bIns="0" rtlCol="0" anchor="t"/>
          <a:lstStyle/>
          <a:p>
            <a:pPr algn="l" indent="0" marL="0">
              <a:buNone/>
            </a:pPr>
            <a:r>
              <a:rPr lang="ar-MA" altLang="en-US" sz="9600" b="1" dirty="0">
                <a:solidFill>
                  <a:srgbClr val="201A2A"/>
                </a:solidFill>
                <a:latin typeface="Arial" pitchFamily="34" charset="0"/>
                <a:ea typeface="Arial" pitchFamily="34" charset="-122"/>
                <a:cs typeface="Arial" pitchFamily="34" charset="-120"/>
              </a:rPr>
              <a:t>04</a:t>
            </a:r>
            <a:endParaRPr lang="ar-MA" sz="9600" dirty="0"/>
          </a:p>
        </p:txBody>
      </p:sp>
      <p:sp>
        <p:nvSpPr>
          <p:cNvPr id="3" name="badge"/>
          <p:cNvSpPr/>
          <p:nvPr/>
        </p:nvSpPr>
        <p:spPr>
          <a:xfrm>
            <a:off x="10984687" y="566928"/>
            <a:ext cx="658368" cy="658368"/>
          </a:xfrm>
          <a:prstGeom prst="ellipse">
            <a:avLst/>
          </a:prstGeom>
          <a:solidFill>
            <a:srgbClr val="C9A44C"/>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1162447" y="744687"/>
            <a:ext cx="302849" cy="302849"/>
          </a:xfrm>
          <a:prstGeom prst="rect">
            <a:avLst/>
          </a:prstGeom>
        </p:spPr>
      </p:pic>
      <p:sp>
        <p:nvSpPr>
          <p:cNvPr id="5" name="Text 2"/>
          <p:cNvSpPr txBox="1"/>
          <p:nvPr/>
        </p:nvSpPr>
        <p:spPr>
          <a:xfrm>
            <a:off x="548640" y="457200"/>
            <a:ext cx="10225735" cy="365760"/>
          </a:xfrm>
          <a:prstGeom prst="rect">
            <a:avLst/>
          </a:prstGeom>
          <a:noFill/>
          <a:ln/>
        </p:spPr>
        <p:txBody>
          <a:bodyPr wrap="square" lIns="0" tIns="0" rIns="0" bIns="0" rtlCol="0" anchor="t"/>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الفصل الرابع</a:t>
            </a:r>
            <a:endParaRPr lang="ar-MA" sz="1600" dirty="0"/>
          </a:p>
        </p:txBody>
      </p:sp>
      <p:sp>
        <p:nvSpPr>
          <p:cNvPr id="6" name="Text 3"/>
          <p:cNvSpPr txBox="1"/>
          <p:nvPr/>
        </p:nvSpPr>
        <p:spPr>
          <a:xfrm>
            <a:off x="548640" y="786384"/>
            <a:ext cx="10225735" cy="731520"/>
          </a:xfrm>
          <a:prstGeom prst="rect">
            <a:avLst/>
          </a:prstGeom>
          <a:noFill/>
          <a:ln/>
        </p:spPr>
        <p:txBody>
          <a:bodyPr wrap="square" lIns="0" tIns="0" rIns="0" bIns="0" rtlCol="0" anchor="ctr"/>
          <a:lstStyle/>
          <a:p>
            <a:pPr rtl="1" algn="r" indent="0" marL="0">
              <a:buNone/>
            </a:pPr>
            <a:r>
              <a:rPr lang="ar-MA" altLang="en-US" sz="3600" b="1" dirty="0">
                <a:solidFill>
                  <a:srgbClr val="F4EFE6"/>
                </a:solidFill>
                <a:latin typeface="Arial" pitchFamily="34" charset="0"/>
                <a:ea typeface="Arial" pitchFamily="34" charset="-122"/>
                <a:cs typeface="Arial" pitchFamily="34" charset="-120"/>
              </a:rPr>
              <a:t>الإطار القانوني المرجعي</a:t>
            </a:r>
            <a:endParaRPr lang="ar-MA" sz="3600" dirty="0"/>
          </a:p>
        </p:txBody>
      </p:sp>
      <p:sp>
        <p:nvSpPr>
          <p:cNvPr id="7" name="Text 4"/>
          <p:cNvSpPr txBox="1"/>
          <p:nvPr/>
        </p:nvSpPr>
        <p:spPr>
          <a:xfrm>
            <a:off x="548640" y="1645920"/>
            <a:ext cx="11094415" cy="365760"/>
          </a:xfrm>
          <a:prstGeom prst="rect">
            <a:avLst/>
          </a:prstGeom>
          <a:noFill/>
          <a:ln/>
        </p:spPr>
        <p:txBody>
          <a:bodyPr wrap="square" lIns="0" tIns="0" rIns="0" bIns="0" rtlCol="0" anchor="t"/>
          <a:lstStyle/>
          <a:p>
            <a:pPr rtl="1" algn="r" indent="0" marL="0">
              <a:buNone/>
            </a:pPr>
            <a:r>
              <a:rPr lang="ar-MA" altLang="en-US" sz="1600" dirty="0">
                <a:solidFill>
                  <a:srgbClr val="B4ABC0"/>
                </a:solidFill>
                <a:latin typeface="Arial" pitchFamily="34" charset="0"/>
                <a:ea typeface="Arial" pitchFamily="34" charset="-122"/>
                <a:cs typeface="Arial" pitchFamily="34" charset="-120"/>
              </a:rPr>
              <a:t>تخضع الجمعية في تنظيمها وتسييرها وتدبير أنشطتها إلى:</a:t>
            </a:r>
            <a:endParaRPr lang="ar-MA" sz="1600" dirty="0"/>
          </a:p>
        </p:txBody>
      </p:sp>
      <p:sp>
        <p:nvSpPr>
          <p:cNvPr id="8" name="card"/>
          <p:cNvSpPr/>
          <p:nvPr/>
        </p:nvSpPr>
        <p:spPr>
          <a:xfrm>
            <a:off x="6233008" y="2148840"/>
            <a:ext cx="5410048" cy="841248"/>
          </a:xfrm>
          <a:prstGeom prst="roundRect">
            <a:avLst>
              <a:gd name="adj" fmla="val 13043"/>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9" name="Shape 6"/>
          <p:cNvSpPr/>
          <p:nvPr/>
        </p:nvSpPr>
        <p:spPr>
          <a:xfrm>
            <a:off x="10957255" y="2340864"/>
            <a:ext cx="457200" cy="457200"/>
          </a:xfrm>
          <a:prstGeom prst="ellipse">
            <a:avLst/>
          </a:prstGeom>
          <a:solidFill>
            <a:srgbClr val="15111D"/>
          </a:solidFill>
          <a:ln w="12700">
            <a:solidFill>
              <a:srgbClr val="C9A44C"/>
            </a:solidFill>
            <a:prstDash val="solid"/>
          </a:ln>
        </p:spPr>
      </p:sp>
      <p:sp>
        <p:nvSpPr>
          <p:cNvPr id="10" name="Text 7"/>
          <p:cNvSpPr txBox="1"/>
          <p:nvPr/>
        </p:nvSpPr>
        <p:spPr>
          <a:xfrm>
            <a:off x="10957255" y="2340864"/>
            <a:ext cx="457200" cy="457200"/>
          </a:xfrm>
          <a:prstGeom prst="rect">
            <a:avLst/>
          </a:prstGeom>
          <a:noFill/>
          <a:ln/>
        </p:spPr>
        <p:txBody>
          <a:bodyPr wrap="square" lIns="0" tIns="0" rIns="0" bIns="0" rtlCol="0" anchor="ctr"/>
          <a:lstStyle/>
          <a:p>
            <a:pPr algn="ctr" indent="0" marL="0">
              <a:buNone/>
            </a:pPr>
            <a:r>
              <a:rPr lang="ar-MA" altLang="en-US" sz="1500" b="1" dirty="0">
                <a:solidFill>
                  <a:srgbClr val="C9A44C"/>
                </a:solidFill>
                <a:latin typeface="Arial" pitchFamily="34" charset="0"/>
                <a:ea typeface="Arial" pitchFamily="34" charset="-122"/>
                <a:cs typeface="Arial" pitchFamily="34" charset="-120"/>
              </a:rPr>
              <a:t>1</a:t>
            </a:r>
            <a:endParaRPr lang="ar-MA" sz="1500" dirty="0"/>
          </a:p>
        </p:txBody>
      </p:sp>
      <p:sp>
        <p:nvSpPr>
          <p:cNvPr id="11" name="Text 8"/>
          <p:cNvSpPr txBox="1"/>
          <p:nvPr/>
        </p:nvSpPr>
        <p:spPr>
          <a:xfrm>
            <a:off x="6461608" y="2148840"/>
            <a:ext cx="4358488" cy="841248"/>
          </a:xfrm>
          <a:prstGeom prst="rect">
            <a:avLst/>
          </a:prstGeom>
          <a:noFill/>
          <a:ln/>
        </p:spPr>
        <p:txBody>
          <a:bodyPr wrap="square" lIns="0" tIns="0" rIns="0" bIns="0" rtlCol="0" anchor="ctr"/>
          <a:lstStyle/>
          <a:p>
            <a:pPr rtl="1" algn="r" indent="0" marL="0">
              <a:buNone/>
            </a:pPr>
            <a:r>
              <a:rPr lang="ar-MA" altLang="en-US" sz="1600" dirty="0">
                <a:solidFill>
                  <a:srgbClr val="F4EFE6"/>
                </a:solidFill>
                <a:latin typeface="Arial" pitchFamily="34" charset="0"/>
                <a:ea typeface="Arial" pitchFamily="34" charset="-122"/>
                <a:cs typeface="Arial" pitchFamily="34" charset="-120"/>
              </a:rPr>
              <a:t>الظهير الشريف المنظم لحق تأسيس الجمعيات</a:t>
            </a:r>
            <a:endParaRPr lang="ar-MA" sz="1600" dirty="0"/>
          </a:p>
        </p:txBody>
      </p:sp>
      <p:sp>
        <p:nvSpPr>
          <p:cNvPr id="12" name="card"/>
          <p:cNvSpPr/>
          <p:nvPr/>
        </p:nvSpPr>
        <p:spPr>
          <a:xfrm>
            <a:off x="548640" y="2148840"/>
            <a:ext cx="5410048" cy="841248"/>
          </a:xfrm>
          <a:prstGeom prst="roundRect">
            <a:avLst>
              <a:gd name="adj" fmla="val 13043"/>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3" name="Shape 10"/>
          <p:cNvSpPr/>
          <p:nvPr/>
        </p:nvSpPr>
        <p:spPr>
          <a:xfrm>
            <a:off x="5272888" y="2340864"/>
            <a:ext cx="457200" cy="457200"/>
          </a:xfrm>
          <a:prstGeom prst="ellipse">
            <a:avLst/>
          </a:prstGeom>
          <a:solidFill>
            <a:srgbClr val="15111D"/>
          </a:solidFill>
          <a:ln w="12700">
            <a:solidFill>
              <a:srgbClr val="C9A44C"/>
            </a:solidFill>
            <a:prstDash val="solid"/>
          </a:ln>
        </p:spPr>
      </p:sp>
      <p:sp>
        <p:nvSpPr>
          <p:cNvPr id="14" name="Text 11"/>
          <p:cNvSpPr txBox="1"/>
          <p:nvPr/>
        </p:nvSpPr>
        <p:spPr>
          <a:xfrm>
            <a:off x="5272888" y="2340864"/>
            <a:ext cx="457200" cy="457200"/>
          </a:xfrm>
          <a:prstGeom prst="rect">
            <a:avLst/>
          </a:prstGeom>
          <a:noFill/>
          <a:ln/>
        </p:spPr>
        <p:txBody>
          <a:bodyPr wrap="square" lIns="0" tIns="0" rIns="0" bIns="0" rtlCol="0" anchor="ctr"/>
          <a:lstStyle/>
          <a:p>
            <a:pPr algn="ctr" indent="0" marL="0">
              <a:buNone/>
            </a:pPr>
            <a:r>
              <a:rPr lang="ar-MA" altLang="en-US" sz="1500" b="1" dirty="0">
                <a:solidFill>
                  <a:srgbClr val="C9A44C"/>
                </a:solidFill>
                <a:latin typeface="Arial" pitchFamily="34" charset="0"/>
                <a:ea typeface="Arial" pitchFamily="34" charset="-122"/>
                <a:cs typeface="Arial" pitchFamily="34" charset="-120"/>
              </a:rPr>
              <a:t>2</a:t>
            </a:r>
            <a:endParaRPr lang="ar-MA" sz="1500" dirty="0"/>
          </a:p>
        </p:txBody>
      </p:sp>
      <p:sp>
        <p:nvSpPr>
          <p:cNvPr id="15" name="Text 12"/>
          <p:cNvSpPr txBox="1"/>
          <p:nvPr/>
        </p:nvSpPr>
        <p:spPr>
          <a:xfrm>
            <a:off x="777240" y="2148840"/>
            <a:ext cx="4358488" cy="841248"/>
          </a:xfrm>
          <a:prstGeom prst="rect">
            <a:avLst/>
          </a:prstGeom>
          <a:noFill/>
          <a:ln/>
        </p:spPr>
        <p:txBody>
          <a:bodyPr wrap="square" lIns="0" tIns="0" rIns="0" bIns="0" rtlCol="0" anchor="ctr"/>
          <a:lstStyle/>
          <a:p>
            <a:pPr rtl="1" algn="r" indent="0" marL="0">
              <a:buNone/>
            </a:pPr>
            <a:r>
              <a:rPr lang="ar-MA" altLang="en-US" sz="1600" dirty="0">
                <a:solidFill>
                  <a:srgbClr val="F4EFE6"/>
                </a:solidFill>
                <a:latin typeface="Arial" pitchFamily="34" charset="0"/>
                <a:ea typeface="Arial" pitchFamily="34" charset="-122"/>
                <a:cs typeface="Arial" pitchFamily="34" charset="-120"/>
              </a:rPr>
              <a:t>القانون رقم 68.16 المتعلق بالفنان والمهن الفنية</a:t>
            </a:r>
            <a:endParaRPr lang="ar-MA" sz="1600" dirty="0"/>
          </a:p>
        </p:txBody>
      </p:sp>
      <p:sp>
        <p:nvSpPr>
          <p:cNvPr id="16" name="card"/>
          <p:cNvSpPr/>
          <p:nvPr/>
        </p:nvSpPr>
        <p:spPr>
          <a:xfrm>
            <a:off x="6233008" y="3154680"/>
            <a:ext cx="5410048" cy="841248"/>
          </a:xfrm>
          <a:prstGeom prst="roundRect">
            <a:avLst>
              <a:gd name="adj" fmla="val 13043"/>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7" name="Shape 14"/>
          <p:cNvSpPr/>
          <p:nvPr/>
        </p:nvSpPr>
        <p:spPr>
          <a:xfrm>
            <a:off x="10957255" y="3346704"/>
            <a:ext cx="457200" cy="457200"/>
          </a:xfrm>
          <a:prstGeom prst="ellipse">
            <a:avLst/>
          </a:prstGeom>
          <a:solidFill>
            <a:srgbClr val="15111D"/>
          </a:solidFill>
          <a:ln w="12700">
            <a:solidFill>
              <a:srgbClr val="C9A44C"/>
            </a:solidFill>
            <a:prstDash val="solid"/>
          </a:ln>
        </p:spPr>
      </p:sp>
      <p:sp>
        <p:nvSpPr>
          <p:cNvPr id="18" name="Text 15"/>
          <p:cNvSpPr txBox="1"/>
          <p:nvPr/>
        </p:nvSpPr>
        <p:spPr>
          <a:xfrm>
            <a:off x="10957255" y="3346704"/>
            <a:ext cx="457200" cy="457200"/>
          </a:xfrm>
          <a:prstGeom prst="rect">
            <a:avLst/>
          </a:prstGeom>
          <a:noFill/>
          <a:ln/>
        </p:spPr>
        <p:txBody>
          <a:bodyPr wrap="square" lIns="0" tIns="0" rIns="0" bIns="0" rtlCol="0" anchor="ctr"/>
          <a:lstStyle/>
          <a:p>
            <a:pPr algn="ctr" indent="0" marL="0">
              <a:buNone/>
            </a:pPr>
            <a:r>
              <a:rPr lang="ar-MA" altLang="en-US" sz="1500" b="1" dirty="0">
                <a:solidFill>
                  <a:srgbClr val="C9A44C"/>
                </a:solidFill>
                <a:latin typeface="Arial" pitchFamily="34" charset="0"/>
                <a:ea typeface="Arial" pitchFamily="34" charset="-122"/>
                <a:cs typeface="Arial" pitchFamily="34" charset="-120"/>
              </a:rPr>
              <a:t>3</a:t>
            </a:r>
            <a:endParaRPr lang="ar-MA" sz="1500" dirty="0"/>
          </a:p>
        </p:txBody>
      </p:sp>
      <p:sp>
        <p:nvSpPr>
          <p:cNvPr id="19" name="Text 16"/>
          <p:cNvSpPr txBox="1"/>
          <p:nvPr/>
        </p:nvSpPr>
        <p:spPr>
          <a:xfrm>
            <a:off x="6461608" y="3154680"/>
            <a:ext cx="4358488" cy="841248"/>
          </a:xfrm>
          <a:prstGeom prst="rect">
            <a:avLst/>
          </a:prstGeom>
          <a:noFill/>
          <a:ln/>
        </p:spPr>
        <p:txBody>
          <a:bodyPr wrap="square" lIns="0" tIns="0" rIns="0" bIns="0" rtlCol="0" anchor="ctr"/>
          <a:lstStyle/>
          <a:p>
            <a:pPr rtl="1" algn="r" indent="0" marL="0">
              <a:buNone/>
            </a:pPr>
            <a:r>
              <a:rPr lang="ar-MA" altLang="en-US" sz="1600" dirty="0">
                <a:solidFill>
                  <a:srgbClr val="F4EFE6"/>
                </a:solidFill>
                <a:latin typeface="Arial" pitchFamily="34" charset="0"/>
                <a:ea typeface="Arial" pitchFamily="34" charset="-122"/>
                <a:cs typeface="Arial" pitchFamily="34" charset="-120"/>
              </a:rPr>
              <a:t>مدونة الشغل المغربية (القانون 65.99)</a:t>
            </a:r>
            <a:endParaRPr lang="ar-MA" sz="1600" dirty="0"/>
          </a:p>
        </p:txBody>
      </p:sp>
      <p:sp>
        <p:nvSpPr>
          <p:cNvPr id="20" name="card"/>
          <p:cNvSpPr/>
          <p:nvPr/>
        </p:nvSpPr>
        <p:spPr>
          <a:xfrm>
            <a:off x="548640" y="3154680"/>
            <a:ext cx="5410048" cy="841248"/>
          </a:xfrm>
          <a:prstGeom prst="roundRect">
            <a:avLst>
              <a:gd name="adj" fmla="val 13043"/>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21" name="Shape 18"/>
          <p:cNvSpPr/>
          <p:nvPr/>
        </p:nvSpPr>
        <p:spPr>
          <a:xfrm>
            <a:off x="5272888" y="3346704"/>
            <a:ext cx="457200" cy="457200"/>
          </a:xfrm>
          <a:prstGeom prst="ellipse">
            <a:avLst/>
          </a:prstGeom>
          <a:solidFill>
            <a:srgbClr val="15111D"/>
          </a:solidFill>
          <a:ln w="12700">
            <a:solidFill>
              <a:srgbClr val="C9A44C"/>
            </a:solidFill>
            <a:prstDash val="solid"/>
          </a:ln>
        </p:spPr>
      </p:sp>
      <p:sp>
        <p:nvSpPr>
          <p:cNvPr id="22" name="Text 19"/>
          <p:cNvSpPr txBox="1"/>
          <p:nvPr/>
        </p:nvSpPr>
        <p:spPr>
          <a:xfrm>
            <a:off x="5272888" y="3346704"/>
            <a:ext cx="457200" cy="457200"/>
          </a:xfrm>
          <a:prstGeom prst="rect">
            <a:avLst/>
          </a:prstGeom>
          <a:noFill/>
          <a:ln/>
        </p:spPr>
        <p:txBody>
          <a:bodyPr wrap="square" lIns="0" tIns="0" rIns="0" bIns="0" rtlCol="0" anchor="ctr"/>
          <a:lstStyle/>
          <a:p>
            <a:pPr algn="ctr" indent="0" marL="0">
              <a:buNone/>
            </a:pPr>
            <a:r>
              <a:rPr lang="ar-MA" altLang="en-US" sz="1500" b="1" dirty="0">
                <a:solidFill>
                  <a:srgbClr val="C9A44C"/>
                </a:solidFill>
                <a:latin typeface="Arial" pitchFamily="34" charset="0"/>
                <a:ea typeface="Arial" pitchFamily="34" charset="-122"/>
                <a:cs typeface="Arial" pitchFamily="34" charset="-120"/>
              </a:rPr>
              <a:t>4</a:t>
            </a:r>
            <a:endParaRPr lang="ar-MA" sz="1500" dirty="0"/>
          </a:p>
        </p:txBody>
      </p:sp>
      <p:sp>
        <p:nvSpPr>
          <p:cNvPr id="23" name="Text 20"/>
          <p:cNvSpPr txBox="1"/>
          <p:nvPr/>
        </p:nvSpPr>
        <p:spPr>
          <a:xfrm>
            <a:off x="777240" y="3154680"/>
            <a:ext cx="4358488" cy="841248"/>
          </a:xfrm>
          <a:prstGeom prst="rect">
            <a:avLst/>
          </a:prstGeom>
          <a:noFill/>
          <a:ln/>
        </p:spPr>
        <p:txBody>
          <a:bodyPr wrap="square" lIns="0" tIns="0" rIns="0" bIns="0" rtlCol="0" anchor="ctr"/>
          <a:lstStyle/>
          <a:p>
            <a:pPr rtl="1" algn="r" indent="0" marL="0">
              <a:buNone/>
            </a:pPr>
            <a:r>
              <a:rPr lang="ar-MA" altLang="en-US" sz="1600" dirty="0">
                <a:solidFill>
                  <a:srgbClr val="F4EFE6"/>
                </a:solidFill>
                <a:latin typeface="Arial" pitchFamily="34" charset="0"/>
                <a:ea typeface="Arial" pitchFamily="34" charset="-122"/>
                <a:cs typeface="Arial" pitchFamily="34" charset="-120"/>
              </a:rPr>
              <a:t>تشريعات حقوق المؤلف والحقوق المجاورة</a:t>
            </a:r>
            <a:endParaRPr lang="ar-MA" sz="1600" dirty="0"/>
          </a:p>
        </p:txBody>
      </p:sp>
      <p:sp>
        <p:nvSpPr>
          <p:cNvPr id="24" name="card"/>
          <p:cNvSpPr/>
          <p:nvPr/>
        </p:nvSpPr>
        <p:spPr>
          <a:xfrm>
            <a:off x="6233008" y="4160520"/>
            <a:ext cx="5410048" cy="841248"/>
          </a:xfrm>
          <a:prstGeom prst="roundRect">
            <a:avLst>
              <a:gd name="adj" fmla="val 13043"/>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25" name="Shape 22"/>
          <p:cNvSpPr/>
          <p:nvPr/>
        </p:nvSpPr>
        <p:spPr>
          <a:xfrm>
            <a:off x="10957255" y="4352544"/>
            <a:ext cx="457200" cy="457200"/>
          </a:xfrm>
          <a:prstGeom prst="ellipse">
            <a:avLst/>
          </a:prstGeom>
          <a:solidFill>
            <a:srgbClr val="15111D"/>
          </a:solidFill>
          <a:ln w="12700">
            <a:solidFill>
              <a:srgbClr val="C9A44C"/>
            </a:solidFill>
            <a:prstDash val="solid"/>
          </a:ln>
        </p:spPr>
      </p:sp>
      <p:sp>
        <p:nvSpPr>
          <p:cNvPr id="26" name="Text 23"/>
          <p:cNvSpPr txBox="1"/>
          <p:nvPr/>
        </p:nvSpPr>
        <p:spPr>
          <a:xfrm>
            <a:off x="10957255" y="4352544"/>
            <a:ext cx="457200" cy="457200"/>
          </a:xfrm>
          <a:prstGeom prst="rect">
            <a:avLst/>
          </a:prstGeom>
          <a:noFill/>
          <a:ln/>
        </p:spPr>
        <p:txBody>
          <a:bodyPr wrap="square" lIns="0" tIns="0" rIns="0" bIns="0" rtlCol="0" anchor="ctr"/>
          <a:lstStyle/>
          <a:p>
            <a:pPr algn="ctr" indent="0" marL="0">
              <a:buNone/>
            </a:pPr>
            <a:r>
              <a:rPr lang="ar-MA" altLang="en-US" sz="1500" b="1" dirty="0">
                <a:solidFill>
                  <a:srgbClr val="C9A44C"/>
                </a:solidFill>
                <a:latin typeface="Arial" pitchFamily="34" charset="0"/>
                <a:ea typeface="Arial" pitchFamily="34" charset="-122"/>
                <a:cs typeface="Arial" pitchFamily="34" charset="-120"/>
              </a:rPr>
              <a:t>5</a:t>
            </a:r>
            <a:endParaRPr lang="ar-MA" sz="1500" dirty="0"/>
          </a:p>
        </p:txBody>
      </p:sp>
      <p:sp>
        <p:nvSpPr>
          <p:cNvPr id="27" name="Text 24"/>
          <p:cNvSpPr txBox="1"/>
          <p:nvPr/>
        </p:nvSpPr>
        <p:spPr>
          <a:xfrm>
            <a:off x="6461608" y="4160520"/>
            <a:ext cx="4358488" cy="841248"/>
          </a:xfrm>
          <a:prstGeom prst="rect">
            <a:avLst/>
          </a:prstGeom>
          <a:noFill/>
          <a:ln/>
        </p:spPr>
        <p:txBody>
          <a:bodyPr wrap="square" lIns="0" tIns="0" rIns="0" bIns="0" rtlCol="0" anchor="ctr"/>
          <a:lstStyle/>
          <a:p>
            <a:pPr rtl="1" algn="r" indent="0" marL="0">
              <a:buNone/>
            </a:pPr>
            <a:r>
              <a:rPr lang="ar-MA" altLang="en-US" sz="1600" dirty="0">
                <a:solidFill>
                  <a:srgbClr val="F4EFE6"/>
                </a:solidFill>
                <a:latin typeface="Arial" pitchFamily="34" charset="0"/>
                <a:ea typeface="Arial" pitchFamily="34" charset="-122"/>
                <a:cs typeface="Arial" pitchFamily="34" charset="-120"/>
              </a:rPr>
              <a:t>قوانين الحماية الاجتماعية والتغطية الصحية</a:t>
            </a:r>
            <a:endParaRPr lang="ar-MA" sz="1600" dirty="0"/>
          </a:p>
        </p:txBody>
      </p:sp>
      <p:sp>
        <p:nvSpPr>
          <p:cNvPr id="28" name="card"/>
          <p:cNvSpPr/>
          <p:nvPr/>
        </p:nvSpPr>
        <p:spPr>
          <a:xfrm>
            <a:off x="548640" y="4160520"/>
            <a:ext cx="5410048" cy="841248"/>
          </a:xfrm>
          <a:prstGeom prst="roundRect">
            <a:avLst>
              <a:gd name="adj" fmla="val 13043"/>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29" name="Shape 26"/>
          <p:cNvSpPr/>
          <p:nvPr/>
        </p:nvSpPr>
        <p:spPr>
          <a:xfrm>
            <a:off x="5272888" y="4352544"/>
            <a:ext cx="457200" cy="457200"/>
          </a:xfrm>
          <a:prstGeom prst="ellipse">
            <a:avLst/>
          </a:prstGeom>
          <a:solidFill>
            <a:srgbClr val="15111D"/>
          </a:solidFill>
          <a:ln w="12700">
            <a:solidFill>
              <a:srgbClr val="C9A44C"/>
            </a:solidFill>
            <a:prstDash val="solid"/>
          </a:ln>
        </p:spPr>
      </p:sp>
      <p:sp>
        <p:nvSpPr>
          <p:cNvPr id="30" name="Text 27"/>
          <p:cNvSpPr txBox="1"/>
          <p:nvPr/>
        </p:nvSpPr>
        <p:spPr>
          <a:xfrm>
            <a:off x="5272888" y="4352544"/>
            <a:ext cx="457200" cy="457200"/>
          </a:xfrm>
          <a:prstGeom prst="rect">
            <a:avLst/>
          </a:prstGeom>
          <a:noFill/>
          <a:ln/>
        </p:spPr>
        <p:txBody>
          <a:bodyPr wrap="square" lIns="0" tIns="0" rIns="0" bIns="0" rtlCol="0" anchor="ctr"/>
          <a:lstStyle/>
          <a:p>
            <a:pPr algn="ctr" indent="0" marL="0">
              <a:buNone/>
            </a:pPr>
            <a:r>
              <a:rPr lang="ar-MA" altLang="en-US" sz="1500" b="1" dirty="0">
                <a:solidFill>
                  <a:srgbClr val="C9A44C"/>
                </a:solidFill>
                <a:latin typeface="Arial" pitchFamily="34" charset="0"/>
                <a:ea typeface="Arial" pitchFamily="34" charset="-122"/>
                <a:cs typeface="Arial" pitchFamily="34" charset="-120"/>
              </a:rPr>
              <a:t>6</a:t>
            </a:r>
            <a:endParaRPr lang="ar-MA" sz="1500" dirty="0"/>
          </a:p>
        </p:txBody>
      </p:sp>
      <p:sp>
        <p:nvSpPr>
          <p:cNvPr id="31" name="Text 28"/>
          <p:cNvSpPr txBox="1"/>
          <p:nvPr/>
        </p:nvSpPr>
        <p:spPr>
          <a:xfrm>
            <a:off x="777240" y="4160520"/>
            <a:ext cx="4358488" cy="841248"/>
          </a:xfrm>
          <a:prstGeom prst="rect">
            <a:avLst/>
          </a:prstGeom>
          <a:noFill/>
          <a:ln/>
        </p:spPr>
        <p:txBody>
          <a:bodyPr wrap="square" lIns="0" tIns="0" rIns="0" bIns="0" rtlCol="0" anchor="ctr"/>
          <a:lstStyle/>
          <a:p>
            <a:pPr rtl="1" algn="r" indent="0" marL="0">
              <a:buNone/>
            </a:pPr>
            <a:r>
              <a:rPr lang="ar-MA" altLang="en-US" sz="1600" dirty="0">
                <a:solidFill>
                  <a:srgbClr val="F4EFE6"/>
                </a:solidFill>
                <a:latin typeface="Arial" pitchFamily="34" charset="0"/>
                <a:ea typeface="Arial" pitchFamily="34" charset="-122"/>
                <a:cs typeface="Arial" pitchFamily="34" charset="-120"/>
              </a:rPr>
              <a:t>القوانين الجبائية المعمول بها</a:t>
            </a:r>
            <a:endParaRPr lang="ar-MA" sz="1600" dirty="0"/>
          </a:p>
        </p:txBody>
      </p:sp>
      <p:sp>
        <p:nvSpPr>
          <p:cNvPr id="32" name="card"/>
          <p:cNvSpPr/>
          <p:nvPr/>
        </p:nvSpPr>
        <p:spPr>
          <a:xfrm>
            <a:off x="6233008" y="5166360"/>
            <a:ext cx="5410048" cy="841248"/>
          </a:xfrm>
          <a:prstGeom prst="roundRect">
            <a:avLst>
              <a:gd name="adj" fmla="val 13043"/>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33" name="Shape 30"/>
          <p:cNvSpPr/>
          <p:nvPr/>
        </p:nvSpPr>
        <p:spPr>
          <a:xfrm>
            <a:off x="10957255" y="5358384"/>
            <a:ext cx="457200" cy="457200"/>
          </a:xfrm>
          <a:prstGeom prst="ellipse">
            <a:avLst/>
          </a:prstGeom>
          <a:solidFill>
            <a:srgbClr val="15111D"/>
          </a:solidFill>
          <a:ln w="12700">
            <a:solidFill>
              <a:srgbClr val="C9A44C"/>
            </a:solidFill>
            <a:prstDash val="solid"/>
          </a:ln>
        </p:spPr>
      </p:sp>
      <p:sp>
        <p:nvSpPr>
          <p:cNvPr id="34" name="Text 31"/>
          <p:cNvSpPr txBox="1"/>
          <p:nvPr/>
        </p:nvSpPr>
        <p:spPr>
          <a:xfrm>
            <a:off x="10957255" y="5358384"/>
            <a:ext cx="457200" cy="457200"/>
          </a:xfrm>
          <a:prstGeom prst="rect">
            <a:avLst/>
          </a:prstGeom>
          <a:noFill/>
          <a:ln/>
        </p:spPr>
        <p:txBody>
          <a:bodyPr wrap="square" lIns="0" tIns="0" rIns="0" bIns="0" rtlCol="0" anchor="ctr"/>
          <a:lstStyle/>
          <a:p>
            <a:pPr algn="ctr" indent="0" marL="0">
              <a:buNone/>
            </a:pPr>
            <a:r>
              <a:rPr lang="ar-MA" altLang="en-US" sz="1500" b="1" dirty="0">
                <a:solidFill>
                  <a:srgbClr val="C9A44C"/>
                </a:solidFill>
                <a:latin typeface="Arial" pitchFamily="34" charset="0"/>
                <a:ea typeface="Arial" pitchFamily="34" charset="-122"/>
                <a:cs typeface="Arial" pitchFamily="34" charset="-120"/>
              </a:rPr>
              <a:t>7</a:t>
            </a:r>
            <a:endParaRPr lang="ar-MA" sz="1500" dirty="0"/>
          </a:p>
        </p:txBody>
      </p:sp>
      <p:sp>
        <p:nvSpPr>
          <p:cNvPr id="35" name="Text 32"/>
          <p:cNvSpPr txBox="1"/>
          <p:nvPr/>
        </p:nvSpPr>
        <p:spPr>
          <a:xfrm>
            <a:off x="6461608" y="5166360"/>
            <a:ext cx="4358488" cy="841248"/>
          </a:xfrm>
          <a:prstGeom prst="rect">
            <a:avLst/>
          </a:prstGeom>
          <a:noFill/>
          <a:ln/>
        </p:spPr>
        <p:txBody>
          <a:bodyPr wrap="square" lIns="0" tIns="0" rIns="0" bIns="0" rtlCol="0" anchor="ctr"/>
          <a:lstStyle/>
          <a:p>
            <a:pPr rtl="1" algn="r" indent="0" marL="0">
              <a:buNone/>
            </a:pPr>
            <a:r>
              <a:rPr lang="ar-MA" altLang="en-US" sz="1600" dirty="0">
                <a:solidFill>
                  <a:srgbClr val="F4EFE6"/>
                </a:solidFill>
                <a:latin typeface="Arial" pitchFamily="34" charset="0"/>
                <a:ea typeface="Arial" pitchFamily="34" charset="-122"/>
                <a:cs typeface="Arial" pitchFamily="34" charset="-120"/>
              </a:rPr>
              <a:t>الاتفاقيات الدولية المصادق عليها في المجال الثقافي والفني</a:t>
            </a:r>
            <a:endParaRPr lang="ar-MA" sz="1600" dirty="0"/>
          </a:p>
        </p:txBody>
      </p:sp>
      <p:sp>
        <p:nvSpPr>
          <p:cNvPr id="36" name="card"/>
          <p:cNvSpPr/>
          <p:nvPr/>
        </p:nvSpPr>
        <p:spPr>
          <a:xfrm>
            <a:off x="548640" y="5166360"/>
            <a:ext cx="5410048" cy="841248"/>
          </a:xfrm>
          <a:prstGeom prst="roundRect">
            <a:avLst>
              <a:gd name="adj" fmla="val 13043"/>
            </a:avLst>
          </a:prstGeom>
          <a:solidFill>
            <a:srgbClr val="C9A44C"/>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37" name="Text 34"/>
          <p:cNvSpPr txBox="1"/>
          <p:nvPr/>
        </p:nvSpPr>
        <p:spPr>
          <a:xfrm>
            <a:off x="822960" y="5166360"/>
            <a:ext cx="4861408" cy="841248"/>
          </a:xfrm>
          <a:prstGeom prst="rect">
            <a:avLst/>
          </a:prstGeom>
          <a:noFill/>
          <a:ln/>
        </p:spPr>
        <p:txBody>
          <a:bodyPr wrap="square" lIns="0" tIns="0" rIns="0" bIns="0" rtlCol="0" anchor="ctr"/>
          <a:lstStyle/>
          <a:p>
            <a:pPr rtl="1" algn="r" indent="0" marL="0">
              <a:buNone/>
            </a:pPr>
            <a:r>
              <a:rPr lang="ar-MA" altLang="en-US" sz="1500" b="1" dirty="0">
                <a:solidFill>
                  <a:srgbClr val="15111D"/>
                </a:solidFill>
                <a:latin typeface="Arial" pitchFamily="34" charset="0"/>
                <a:ea typeface="Arial" pitchFamily="34" charset="-122"/>
                <a:cs typeface="Arial" pitchFamily="34" charset="-120"/>
              </a:rPr>
              <a:t>وتلتزم الجمعية بملاءمة أنشطتها مع هذه النصوص واحترامها في جميع تدخلاتها.</a:t>
            </a:r>
            <a:endParaRPr lang="ar-MA"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A44C"/>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182880"/>
            <a:ext cx="2743200" cy="1371600"/>
          </a:xfrm>
          <a:prstGeom prst="rect">
            <a:avLst/>
          </a:prstGeom>
          <a:noFill/>
          <a:ln/>
        </p:spPr>
        <p:txBody>
          <a:bodyPr wrap="square" lIns="0" tIns="0" rIns="0" bIns="0" rtlCol="0" anchor="t"/>
          <a:lstStyle/>
          <a:p>
            <a:pPr algn="l" indent="0" marL="0">
              <a:buNone/>
            </a:pPr>
            <a:r>
              <a:rPr lang="ar-MA" altLang="en-US" sz="9600" b="1" dirty="0">
                <a:solidFill>
                  <a:srgbClr val="201A2A"/>
                </a:solidFill>
                <a:latin typeface="Arial" pitchFamily="34" charset="0"/>
                <a:ea typeface="Arial" pitchFamily="34" charset="-122"/>
                <a:cs typeface="Arial" pitchFamily="34" charset="-120"/>
              </a:rPr>
              <a:t>05</a:t>
            </a:r>
            <a:endParaRPr lang="ar-MA" sz="9600" dirty="0"/>
          </a:p>
        </p:txBody>
      </p:sp>
      <p:sp>
        <p:nvSpPr>
          <p:cNvPr id="3" name="badge"/>
          <p:cNvSpPr/>
          <p:nvPr/>
        </p:nvSpPr>
        <p:spPr>
          <a:xfrm>
            <a:off x="10984687" y="566928"/>
            <a:ext cx="658368" cy="658368"/>
          </a:xfrm>
          <a:prstGeom prst="ellipse">
            <a:avLst/>
          </a:prstGeom>
          <a:solidFill>
            <a:srgbClr val="C9A44C"/>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1162447" y="744687"/>
            <a:ext cx="302849" cy="302849"/>
          </a:xfrm>
          <a:prstGeom prst="rect">
            <a:avLst/>
          </a:prstGeom>
        </p:spPr>
      </p:pic>
      <p:sp>
        <p:nvSpPr>
          <p:cNvPr id="5" name="Text 2"/>
          <p:cNvSpPr txBox="1"/>
          <p:nvPr/>
        </p:nvSpPr>
        <p:spPr>
          <a:xfrm>
            <a:off x="548640" y="457200"/>
            <a:ext cx="10225735" cy="365760"/>
          </a:xfrm>
          <a:prstGeom prst="rect">
            <a:avLst/>
          </a:prstGeom>
          <a:noFill/>
          <a:ln/>
        </p:spPr>
        <p:txBody>
          <a:bodyPr wrap="square" lIns="0" tIns="0" rIns="0" bIns="0" rtlCol="0" anchor="t"/>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الفصل الخامس</a:t>
            </a:r>
            <a:endParaRPr lang="ar-MA" sz="1600" dirty="0"/>
          </a:p>
        </p:txBody>
      </p:sp>
      <p:sp>
        <p:nvSpPr>
          <p:cNvPr id="6" name="Text 3"/>
          <p:cNvSpPr txBox="1"/>
          <p:nvPr/>
        </p:nvSpPr>
        <p:spPr>
          <a:xfrm>
            <a:off x="548640" y="786384"/>
            <a:ext cx="10225735" cy="731520"/>
          </a:xfrm>
          <a:prstGeom prst="rect">
            <a:avLst/>
          </a:prstGeom>
          <a:noFill/>
          <a:ln/>
        </p:spPr>
        <p:txBody>
          <a:bodyPr wrap="square" lIns="0" tIns="0" rIns="0" bIns="0" rtlCol="0" anchor="ctr"/>
          <a:lstStyle/>
          <a:p>
            <a:pPr rtl="1" algn="r" indent="0" marL="0">
              <a:buNone/>
            </a:pPr>
            <a:r>
              <a:rPr lang="ar-MA" altLang="en-US" sz="3600" b="1" dirty="0">
                <a:solidFill>
                  <a:srgbClr val="F4EFE6"/>
                </a:solidFill>
                <a:latin typeface="Arial" pitchFamily="34" charset="0"/>
                <a:ea typeface="Arial" pitchFamily="34" charset="-122"/>
                <a:cs typeface="Arial" pitchFamily="34" charset="-120"/>
              </a:rPr>
              <a:t>الأهداف المهنية</a:t>
            </a:r>
            <a:endParaRPr lang="ar-MA" sz="3600" dirty="0"/>
          </a:p>
        </p:txBody>
      </p:sp>
      <p:sp>
        <p:nvSpPr>
          <p:cNvPr id="7" name="Text 4"/>
          <p:cNvSpPr txBox="1"/>
          <p:nvPr/>
        </p:nvSpPr>
        <p:spPr>
          <a:xfrm>
            <a:off x="548640" y="1627632"/>
            <a:ext cx="11094415" cy="411480"/>
          </a:xfrm>
          <a:prstGeom prst="rect">
            <a:avLst/>
          </a:prstGeom>
          <a:noFill/>
          <a:ln/>
        </p:spPr>
        <p:txBody>
          <a:bodyPr wrap="square" lIns="0" tIns="0" rIns="0" bIns="0" rtlCol="0" anchor="t"/>
          <a:lstStyle/>
          <a:p>
            <a:pPr rtl="1" algn="r" indent="0" marL="0">
              <a:buNone/>
            </a:pPr>
            <a:r>
              <a:rPr lang="ar-MA" altLang="en-US" sz="1500" dirty="0">
                <a:solidFill>
                  <a:srgbClr val="B4ABC0"/>
                </a:solidFill>
                <a:latin typeface="Arial" pitchFamily="34" charset="0"/>
                <a:ea typeface="Arial" pitchFamily="34" charset="-122"/>
                <a:cs typeface="Arial" pitchFamily="34" charset="-120"/>
              </a:rPr>
              <a:t>النهوض بأوضاع الفنان الممثل مهنيا واجتماعيا وثقافيا، والارتقاء بالحرفة المسرحية والسمعية البصرية والسينمائية بالمغرب.</a:t>
            </a:r>
            <a:endParaRPr lang="ar-MA" sz="1500" dirty="0"/>
          </a:p>
        </p:txBody>
      </p:sp>
      <p:sp>
        <p:nvSpPr>
          <p:cNvPr id="8" name="card"/>
          <p:cNvSpPr/>
          <p:nvPr/>
        </p:nvSpPr>
        <p:spPr>
          <a:xfrm>
            <a:off x="8097317" y="2194560"/>
            <a:ext cx="3545738" cy="1920240"/>
          </a:xfrm>
          <a:prstGeom prst="roundRect">
            <a:avLst>
              <a:gd name="adj" fmla="val 5714"/>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9" name="badge"/>
          <p:cNvSpPr/>
          <p:nvPr/>
        </p:nvSpPr>
        <p:spPr>
          <a:xfrm>
            <a:off x="11076127" y="2350008"/>
            <a:ext cx="411480" cy="411480"/>
          </a:xfrm>
          <a:prstGeom prst="ellipse">
            <a:avLst/>
          </a:prstGeom>
          <a:solidFill>
            <a:srgbClr val="C9A44C"/>
          </a:solidFill>
          <a:ln w="12700">
            <a:solidFill>
              <a:srgbClr val="C9A44C"/>
            </a:solidFill>
            <a:prstDash val="solid"/>
          </a:ln>
        </p:spPr>
      </p:sp>
      <p:pic>
        <p:nvPicPr>
          <p:cNvPr id="10" name="Image 1" descr="preencoded.png">    </p:cNvPr>
          <p:cNvPicPr>
            <a:picLocks noChangeAspect="1"/>
          </p:cNvPicPr>
          <p:nvPr/>
        </p:nvPicPr>
        <p:blipFill>
          <a:blip r:embed="rId2"/>
          <a:stretch>
            <a:fillRect/>
          </a:stretch>
        </p:blipFill>
        <p:spPr>
          <a:xfrm>
            <a:off x="11187227" y="2461108"/>
            <a:ext cx="189281" cy="189281"/>
          </a:xfrm>
          <a:prstGeom prst="rect">
            <a:avLst/>
          </a:prstGeom>
        </p:spPr>
      </p:pic>
      <p:sp>
        <p:nvSpPr>
          <p:cNvPr id="11" name="Text 7"/>
          <p:cNvSpPr txBox="1"/>
          <p:nvPr/>
        </p:nvSpPr>
        <p:spPr>
          <a:xfrm>
            <a:off x="8280197" y="2350008"/>
            <a:ext cx="2677058" cy="411480"/>
          </a:xfrm>
          <a:prstGeom prst="rect">
            <a:avLst/>
          </a:prstGeom>
          <a:noFill/>
          <a:ln/>
        </p:spPr>
        <p:txBody>
          <a:bodyPr wrap="square" lIns="0" tIns="0" rIns="0" bIns="0" rtlCol="0" anchor="ctr"/>
          <a:lstStyle/>
          <a:p>
            <a:pPr rtl="1" algn="r" indent="0" marL="0">
              <a:buNone/>
            </a:pPr>
            <a:r>
              <a:rPr lang="ar-MA" altLang="en-US" sz="1500" b="1" dirty="0">
                <a:solidFill>
                  <a:srgbClr val="C9A44C"/>
                </a:solidFill>
                <a:latin typeface="Arial" pitchFamily="34" charset="0"/>
                <a:ea typeface="Arial" pitchFamily="34" charset="-122"/>
                <a:cs typeface="Arial" pitchFamily="34" charset="-120"/>
              </a:rPr>
              <a:t>الدفاع عن المصالح المهنية</a:t>
            </a:r>
            <a:endParaRPr lang="ar-MA" sz="1500" dirty="0"/>
          </a:p>
        </p:txBody>
      </p:sp>
      <p:sp>
        <p:nvSpPr>
          <p:cNvPr id="12" name="Text 8"/>
          <p:cNvSpPr txBox="1"/>
          <p:nvPr/>
        </p:nvSpPr>
        <p:spPr>
          <a:xfrm>
            <a:off x="8280197" y="2880360"/>
            <a:ext cx="3179978" cy="1143000"/>
          </a:xfrm>
          <a:prstGeom prst="rect">
            <a:avLst/>
          </a:prstGeom>
          <a:noFill/>
          <a:ln/>
        </p:spPr>
        <p:txBody>
          <a:bodyPr wrap="square" lIns="0" tIns="0" rIns="0" bIns="0" rtlCol="0" anchor="t"/>
          <a:lstStyle/>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تمثيل الفنانين لدى السلطات والمؤسسات</a:t>
            </a:r>
            <a:endParaRPr lang="ar-MA" sz="1250" dirty="0"/>
          </a:p>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الدفاع عن حقوقهم المعنوية والمادية</a:t>
            </a:r>
            <a:endParaRPr lang="ar-MA" sz="1250" dirty="0"/>
          </a:p>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الترافع لتطوير الإطار القانوني</a:t>
            </a:r>
            <a:endParaRPr lang="ar-MA" sz="1250" dirty="0"/>
          </a:p>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حماية حقوق المؤلف والحقوق المجاورة</a:t>
            </a:r>
            <a:endParaRPr lang="ar-MA" sz="1250" dirty="0"/>
          </a:p>
        </p:txBody>
      </p:sp>
      <p:sp>
        <p:nvSpPr>
          <p:cNvPr id="13" name="card"/>
          <p:cNvSpPr/>
          <p:nvPr/>
        </p:nvSpPr>
        <p:spPr>
          <a:xfrm>
            <a:off x="4322978" y="2194560"/>
            <a:ext cx="3545738" cy="1920240"/>
          </a:xfrm>
          <a:prstGeom prst="roundRect">
            <a:avLst>
              <a:gd name="adj" fmla="val 5714"/>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4" name="badge"/>
          <p:cNvSpPr/>
          <p:nvPr/>
        </p:nvSpPr>
        <p:spPr>
          <a:xfrm>
            <a:off x="7301789" y="2350008"/>
            <a:ext cx="411480" cy="411480"/>
          </a:xfrm>
          <a:prstGeom prst="ellipse">
            <a:avLst/>
          </a:prstGeom>
          <a:solidFill>
            <a:srgbClr val="C9A44C"/>
          </a:solidFill>
          <a:ln w="12700">
            <a:solidFill>
              <a:srgbClr val="C9A44C"/>
            </a:solidFill>
            <a:prstDash val="solid"/>
          </a:ln>
        </p:spPr>
      </p:sp>
      <p:pic>
        <p:nvPicPr>
          <p:cNvPr id="15" name="Image 2" descr="preencoded.png">    </p:cNvPr>
          <p:cNvPicPr>
            <a:picLocks noChangeAspect="1"/>
          </p:cNvPicPr>
          <p:nvPr/>
        </p:nvPicPr>
        <p:blipFill>
          <a:blip r:embed="rId3"/>
          <a:stretch>
            <a:fillRect/>
          </a:stretch>
        </p:blipFill>
        <p:spPr>
          <a:xfrm>
            <a:off x="7412888" y="2461108"/>
            <a:ext cx="189281" cy="189281"/>
          </a:xfrm>
          <a:prstGeom prst="rect">
            <a:avLst/>
          </a:prstGeom>
        </p:spPr>
      </p:pic>
      <p:sp>
        <p:nvSpPr>
          <p:cNvPr id="16" name="Text 11"/>
          <p:cNvSpPr txBox="1"/>
          <p:nvPr/>
        </p:nvSpPr>
        <p:spPr>
          <a:xfrm>
            <a:off x="4505858" y="2350008"/>
            <a:ext cx="2677058" cy="411480"/>
          </a:xfrm>
          <a:prstGeom prst="rect">
            <a:avLst/>
          </a:prstGeom>
          <a:noFill/>
          <a:ln/>
        </p:spPr>
        <p:txBody>
          <a:bodyPr wrap="square" lIns="0" tIns="0" rIns="0" bIns="0" rtlCol="0" anchor="ctr"/>
          <a:lstStyle/>
          <a:p>
            <a:pPr rtl="1" algn="r" indent="0" marL="0">
              <a:buNone/>
            </a:pPr>
            <a:r>
              <a:rPr lang="ar-MA" altLang="en-US" sz="1500" b="1" dirty="0">
                <a:solidFill>
                  <a:srgbClr val="C9A44C"/>
                </a:solidFill>
                <a:latin typeface="Arial" pitchFamily="34" charset="0"/>
                <a:ea typeface="Arial" pitchFamily="34" charset="-122"/>
                <a:cs typeface="Arial" pitchFamily="34" charset="-120"/>
              </a:rPr>
              <a:t>التنظيم المهني وسوق الشغل</a:t>
            </a:r>
            <a:endParaRPr lang="ar-MA" sz="1500" dirty="0"/>
          </a:p>
        </p:txBody>
      </p:sp>
      <p:sp>
        <p:nvSpPr>
          <p:cNvPr id="17" name="Text 12"/>
          <p:cNvSpPr txBox="1"/>
          <p:nvPr/>
        </p:nvSpPr>
        <p:spPr>
          <a:xfrm>
            <a:off x="4505858" y="2880360"/>
            <a:ext cx="3179978" cy="1143000"/>
          </a:xfrm>
          <a:prstGeom prst="rect">
            <a:avLst/>
          </a:prstGeom>
          <a:noFill/>
          <a:ln/>
        </p:spPr>
        <p:txBody>
          <a:bodyPr wrap="square" lIns="0" tIns="0" rIns="0" bIns="0" rtlCol="0" anchor="t"/>
          <a:lstStyle/>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محاربة الممارسات غير القانونية</a:t>
            </a:r>
            <a:endParaRPr lang="ar-MA" sz="1250" dirty="0"/>
          </a:p>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تصنيف المهنيين ومحاربة العمالة الدخيلة</a:t>
            </a:r>
            <a:endParaRPr lang="ar-MA" sz="1250" dirty="0"/>
          </a:p>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تيسير الحصول على البطائق المهنية</a:t>
            </a:r>
            <a:endParaRPr lang="ar-MA" sz="1250" dirty="0"/>
          </a:p>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وساطة لعقود عمل عادلة وشفافة</a:t>
            </a:r>
            <a:endParaRPr lang="ar-MA" sz="1250" dirty="0"/>
          </a:p>
        </p:txBody>
      </p:sp>
      <p:sp>
        <p:nvSpPr>
          <p:cNvPr id="18" name="card"/>
          <p:cNvSpPr/>
          <p:nvPr/>
        </p:nvSpPr>
        <p:spPr>
          <a:xfrm>
            <a:off x="548640" y="2194560"/>
            <a:ext cx="3545738" cy="1920240"/>
          </a:xfrm>
          <a:prstGeom prst="roundRect">
            <a:avLst>
              <a:gd name="adj" fmla="val 5714"/>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9" name="badge"/>
          <p:cNvSpPr/>
          <p:nvPr/>
        </p:nvSpPr>
        <p:spPr>
          <a:xfrm>
            <a:off x="3527450" y="2350008"/>
            <a:ext cx="411480" cy="411480"/>
          </a:xfrm>
          <a:prstGeom prst="ellipse">
            <a:avLst/>
          </a:prstGeom>
          <a:solidFill>
            <a:srgbClr val="C9A44C"/>
          </a:solidFill>
          <a:ln w="12700">
            <a:solidFill>
              <a:srgbClr val="C9A44C"/>
            </a:solidFill>
            <a:prstDash val="solid"/>
          </a:ln>
        </p:spPr>
      </p:sp>
      <p:pic>
        <p:nvPicPr>
          <p:cNvPr id="20" name="Image 3" descr="preencoded.png">    </p:cNvPr>
          <p:cNvPicPr>
            <a:picLocks noChangeAspect="1"/>
          </p:cNvPicPr>
          <p:nvPr/>
        </p:nvPicPr>
        <p:blipFill>
          <a:blip r:embed="rId4"/>
          <a:stretch>
            <a:fillRect/>
          </a:stretch>
        </p:blipFill>
        <p:spPr>
          <a:xfrm>
            <a:off x="3638550" y="2461108"/>
            <a:ext cx="189281" cy="189281"/>
          </a:xfrm>
          <a:prstGeom prst="rect">
            <a:avLst/>
          </a:prstGeom>
        </p:spPr>
      </p:pic>
      <p:sp>
        <p:nvSpPr>
          <p:cNvPr id="21" name="Text 15"/>
          <p:cNvSpPr txBox="1"/>
          <p:nvPr/>
        </p:nvSpPr>
        <p:spPr>
          <a:xfrm>
            <a:off x="731520" y="2350008"/>
            <a:ext cx="2677058" cy="411480"/>
          </a:xfrm>
          <a:prstGeom prst="rect">
            <a:avLst/>
          </a:prstGeom>
          <a:noFill/>
          <a:ln/>
        </p:spPr>
        <p:txBody>
          <a:bodyPr wrap="square" lIns="0" tIns="0" rIns="0" bIns="0" rtlCol="0" anchor="ctr"/>
          <a:lstStyle/>
          <a:p>
            <a:pPr rtl="1" algn="r" indent="0" marL="0">
              <a:buNone/>
            </a:pPr>
            <a:r>
              <a:rPr lang="ar-MA" altLang="en-US" sz="1500" b="1" dirty="0">
                <a:solidFill>
                  <a:srgbClr val="C9A44C"/>
                </a:solidFill>
                <a:latin typeface="Arial" pitchFamily="34" charset="0"/>
                <a:ea typeface="Arial" pitchFamily="34" charset="-122"/>
                <a:cs typeface="Arial" pitchFamily="34" charset="-120"/>
              </a:rPr>
              <a:t>العقود الفنية والتشغيل</a:t>
            </a:r>
            <a:endParaRPr lang="ar-MA" sz="1500" dirty="0"/>
          </a:p>
        </p:txBody>
      </p:sp>
      <p:sp>
        <p:nvSpPr>
          <p:cNvPr id="22" name="Text 16"/>
          <p:cNvSpPr txBox="1"/>
          <p:nvPr/>
        </p:nvSpPr>
        <p:spPr>
          <a:xfrm>
            <a:off x="731520" y="2880360"/>
            <a:ext cx="3179978" cy="1143000"/>
          </a:xfrm>
          <a:prstGeom prst="rect">
            <a:avLst/>
          </a:prstGeom>
          <a:noFill/>
          <a:ln/>
        </p:spPr>
        <p:txBody>
          <a:bodyPr wrap="square" lIns="0" tIns="0" rIns="0" bIns="0" rtlCol="0" anchor="t"/>
          <a:lstStyle/>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نماذج عقود: مسرح، سينما، تلفزيون، إشهار</a:t>
            </a:r>
            <a:endParaRPr lang="ar-MA" sz="1250" dirty="0"/>
          </a:p>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تتبع احترام العقود من طرف المشغلين</a:t>
            </a:r>
            <a:endParaRPr lang="ar-MA" sz="1250" dirty="0"/>
          </a:p>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الحد الأدنى للأجور وظروف عمل لائقة</a:t>
            </a:r>
            <a:endParaRPr lang="ar-MA" sz="1250" dirty="0"/>
          </a:p>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محاربة التشغيل غير المصرح به</a:t>
            </a:r>
            <a:endParaRPr lang="ar-MA" sz="1250" dirty="0"/>
          </a:p>
        </p:txBody>
      </p:sp>
      <p:sp>
        <p:nvSpPr>
          <p:cNvPr id="23" name="card"/>
          <p:cNvSpPr/>
          <p:nvPr/>
        </p:nvSpPr>
        <p:spPr>
          <a:xfrm>
            <a:off x="8097317" y="4343400"/>
            <a:ext cx="3545738" cy="1920240"/>
          </a:xfrm>
          <a:prstGeom prst="roundRect">
            <a:avLst>
              <a:gd name="adj" fmla="val 5714"/>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24" name="badge"/>
          <p:cNvSpPr/>
          <p:nvPr/>
        </p:nvSpPr>
        <p:spPr>
          <a:xfrm>
            <a:off x="11076127" y="4498848"/>
            <a:ext cx="411480" cy="411480"/>
          </a:xfrm>
          <a:prstGeom prst="ellipse">
            <a:avLst/>
          </a:prstGeom>
          <a:solidFill>
            <a:srgbClr val="C9A44C"/>
          </a:solidFill>
          <a:ln w="12700">
            <a:solidFill>
              <a:srgbClr val="C9A44C"/>
            </a:solidFill>
            <a:prstDash val="solid"/>
          </a:ln>
        </p:spPr>
      </p:sp>
      <p:pic>
        <p:nvPicPr>
          <p:cNvPr id="25" name="Image 4" descr="preencoded.png">    </p:cNvPr>
          <p:cNvPicPr>
            <a:picLocks noChangeAspect="1"/>
          </p:cNvPicPr>
          <p:nvPr/>
        </p:nvPicPr>
        <p:blipFill>
          <a:blip r:embed="rId5"/>
          <a:stretch>
            <a:fillRect/>
          </a:stretch>
        </p:blipFill>
        <p:spPr>
          <a:xfrm>
            <a:off x="11187227" y="4609948"/>
            <a:ext cx="189281" cy="189281"/>
          </a:xfrm>
          <a:prstGeom prst="rect">
            <a:avLst/>
          </a:prstGeom>
        </p:spPr>
      </p:pic>
      <p:sp>
        <p:nvSpPr>
          <p:cNvPr id="26" name="Text 19"/>
          <p:cNvSpPr txBox="1"/>
          <p:nvPr/>
        </p:nvSpPr>
        <p:spPr>
          <a:xfrm>
            <a:off x="8280197" y="4498848"/>
            <a:ext cx="2677058" cy="411480"/>
          </a:xfrm>
          <a:prstGeom prst="rect">
            <a:avLst/>
          </a:prstGeom>
          <a:noFill/>
          <a:ln/>
        </p:spPr>
        <p:txBody>
          <a:bodyPr wrap="square" lIns="0" tIns="0" rIns="0" bIns="0" rtlCol="0" anchor="ctr"/>
          <a:lstStyle/>
          <a:p>
            <a:pPr rtl="1" algn="r" indent="0" marL="0">
              <a:buNone/>
            </a:pPr>
            <a:r>
              <a:rPr lang="ar-MA" altLang="en-US" sz="1500" b="1" dirty="0">
                <a:solidFill>
                  <a:srgbClr val="C9A44C"/>
                </a:solidFill>
                <a:latin typeface="Arial" pitchFamily="34" charset="0"/>
                <a:ea typeface="Arial" pitchFamily="34" charset="-122"/>
                <a:cs typeface="Arial" pitchFamily="34" charset="-120"/>
              </a:rPr>
              <a:t>التكوين والإشعاع الثقافي</a:t>
            </a:r>
            <a:endParaRPr lang="ar-MA" sz="1500" dirty="0"/>
          </a:p>
        </p:txBody>
      </p:sp>
      <p:sp>
        <p:nvSpPr>
          <p:cNvPr id="27" name="Text 20"/>
          <p:cNvSpPr txBox="1"/>
          <p:nvPr/>
        </p:nvSpPr>
        <p:spPr>
          <a:xfrm>
            <a:off x="8280197" y="5029200"/>
            <a:ext cx="3179978" cy="1143000"/>
          </a:xfrm>
          <a:prstGeom prst="rect">
            <a:avLst/>
          </a:prstGeom>
          <a:noFill/>
          <a:ln/>
        </p:spPr>
        <p:txBody>
          <a:bodyPr wrap="square" lIns="0" tIns="0" rIns="0" bIns="0" rtlCol="0" anchor="t"/>
          <a:lstStyle/>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مركز للتكوين والبحث في فنون الأداء</a:t>
            </a:r>
            <a:endParaRPr lang="ar-MA" sz="1250" dirty="0"/>
          </a:p>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مهرجانات وملتقيات وندوات وورشات</a:t>
            </a:r>
            <a:endParaRPr lang="ar-MA" sz="1250" dirty="0"/>
          </a:p>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منشورات ومجلات متخصصة</a:t>
            </a:r>
            <a:endParaRPr lang="ar-MA" sz="1250" dirty="0"/>
          </a:p>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منصات على وسائل التواصل الرقمي</a:t>
            </a:r>
            <a:endParaRPr lang="ar-MA" sz="1250" dirty="0"/>
          </a:p>
        </p:txBody>
      </p:sp>
      <p:sp>
        <p:nvSpPr>
          <p:cNvPr id="28" name="card"/>
          <p:cNvSpPr/>
          <p:nvPr/>
        </p:nvSpPr>
        <p:spPr>
          <a:xfrm>
            <a:off x="4322978" y="4343400"/>
            <a:ext cx="3545738" cy="1920240"/>
          </a:xfrm>
          <a:prstGeom prst="roundRect">
            <a:avLst>
              <a:gd name="adj" fmla="val 5714"/>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29" name="badge"/>
          <p:cNvSpPr/>
          <p:nvPr/>
        </p:nvSpPr>
        <p:spPr>
          <a:xfrm>
            <a:off x="7301789" y="4498848"/>
            <a:ext cx="411480" cy="411480"/>
          </a:xfrm>
          <a:prstGeom prst="ellipse">
            <a:avLst/>
          </a:prstGeom>
          <a:solidFill>
            <a:srgbClr val="C9A44C"/>
          </a:solidFill>
          <a:ln w="12700">
            <a:solidFill>
              <a:srgbClr val="C9A44C"/>
            </a:solidFill>
            <a:prstDash val="solid"/>
          </a:ln>
        </p:spPr>
      </p:sp>
      <p:pic>
        <p:nvPicPr>
          <p:cNvPr id="30" name="Image 5" descr="preencoded.png">    </p:cNvPr>
          <p:cNvPicPr>
            <a:picLocks noChangeAspect="1"/>
          </p:cNvPicPr>
          <p:nvPr/>
        </p:nvPicPr>
        <p:blipFill>
          <a:blip r:embed="rId6"/>
          <a:stretch>
            <a:fillRect/>
          </a:stretch>
        </p:blipFill>
        <p:spPr>
          <a:xfrm>
            <a:off x="7412888" y="4609948"/>
            <a:ext cx="189281" cy="189281"/>
          </a:xfrm>
          <a:prstGeom prst="rect">
            <a:avLst/>
          </a:prstGeom>
        </p:spPr>
      </p:pic>
      <p:sp>
        <p:nvSpPr>
          <p:cNvPr id="31" name="Text 23"/>
          <p:cNvSpPr txBox="1"/>
          <p:nvPr/>
        </p:nvSpPr>
        <p:spPr>
          <a:xfrm>
            <a:off x="4505858" y="4498848"/>
            <a:ext cx="2677058" cy="411480"/>
          </a:xfrm>
          <a:prstGeom prst="rect">
            <a:avLst/>
          </a:prstGeom>
          <a:noFill/>
          <a:ln/>
        </p:spPr>
        <p:txBody>
          <a:bodyPr wrap="square" lIns="0" tIns="0" rIns="0" bIns="0" rtlCol="0" anchor="ctr"/>
          <a:lstStyle/>
          <a:p>
            <a:pPr rtl="1" algn="r" indent="0" marL="0">
              <a:buNone/>
            </a:pPr>
            <a:r>
              <a:rPr lang="ar-MA" altLang="en-US" sz="1500" b="1" dirty="0">
                <a:solidFill>
                  <a:srgbClr val="C9A44C"/>
                </a:solidFill>
                <a:latin typeface="Arial" pitchFamily="34" charset="0"/>
                <a:ea typeface="Arial" pitchFamily="34" charset="-122"/>
                <a:cs typeface="Arial" pitchFamily="34" charset="-120"/>
              </a:rPr>
              <a:t>الرعاية الاجتماعية والتضامن</a:t>
            </a:r>
            <a:endParaRPr lang="ar-MA" sz="1500" dirty="0"/>
          </a:p>
        </p:txBody>
      </p:sp>
      <p:sp>
        <p:nvSpPr>
          <p:cNvPr id="32" name="Text 24"/>
          <p:cNvSpPr txBox="1"/>
          <p:nvPr/>
        </p:nvSpPr>
        <p:spPr>
          <a:xfrm>
            <a:off x="4505858" y="5029200"/>
            <a:ext cx="3179978" cy="1143000"/>
          </a:xfrm>
          <a:prstGeom prst="rect">
            <a:avLst/>
          </a:prstGeom>
          <a:noFill/>
          <a:ln/>
        </p:spPr>
        <p:txBody>
          <a:bodyPr wrap="square" lIns="0" tIns="0" rIns="0" bIns="0" rtlCol="0" anchor="t"/>
          <a:lstStyle/>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دعم الولوج إلى التغطية الصحية</a:t>
            </a:r>
            <a:endParaRPr lang="ar-MA" sz="1250" dirty="0"/>
          </a:p>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الترافع من أجل نظام تقاعد للفنانين</a:t>
            </a:r>
            <a:endParaRPr lang="ar-MA" sz="1250" dirty="0"/>
          </a:p>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إحداث «صندوق التضامن الفني»</a:t>
            </a:r>
            <a:endParaRPr lang="ar-MA" sz="1250" dirty="0"/>
          </a:p>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شراكات لخدمات اجتماعية وصحية</a:t>
            </a:r>
            <a:endParaRPr lang="ar-MA" sz="1250" dirty="0"/>
          </a:p>
        </p:txBody>
      </p:sp>
      <p:sp>
        <p:nvSpPr>
          <p:cNvPr id="33" name="card"/>
          <p:cNvSpPr/>
          <p:nvPr/>
        </p:nvSpPr>
        <p:spPr>
          <a:xfrm>
            <a:off x="548640" y="4343400"/>
            <a:ext cx="3545738" cy="1920240"/>
          </a:xfrm>
          <a:prstGeom prst="roundRect">
            <a:avLst>
              <a:gd name="adj" fmla="val 5714"/>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34" name="badge"/>
          <p:cNvSpPr/>
          <p:nvPr/>
        </p:nvSpPr>
        <p:spPr>
          <a:xfrm>
            <a:off x="3527450" y="4498848"/>
            <a:ext cx="411480" cy="411480"/>
          </a:xfrm>
          <a:prstGeom prst="ellipse">
            <a:avLst/>
          </a:prstGeom>
          <a:solidFill>
            <a:srgbClr val="C9A44C"/>
          </a:solidFill>
          <a:ln w="12700">
            <a:solidFill>
              <a:srgbClr val="C9A44C"/>
            </a:solidFill>
            <a:prstDash val="solid"/>
          </a:ln>
        </p:spPr>
      </p:sp>
      <p:pic>
        <p:nvPicPr>
          <p:cNvPr id="35" name="Image 6" descr="preencoded.png">    </p:cNvPr>
          <p:cNvPicPr>
            <a:picLocks noChangeAspect="1"/>
          </p:cNvPicPr>
          <p:nvPr/>
        </p:nvPicPr>
        <p:blipFill>
          <a:blip r:embed="rId7"/>
          <a:stretch>
            <a:fillRect/>
          </a:stretch>
        </p:blipFill>
        <p:spPr>
          <a:xfrm>
            <a:off x="3638550" y="4609948"/>
            <a:ext cx="189281" cy="189281"/>
          </a:xfrm>
          <a:prstGeom prst="rect">
            <a:avLst/>
          </a:prstGeom>
        </p:spPr>
      </p:pic>
      <p:sp>
        <p:nvSpPr>
          <p:cNvPr id="36" name="Text 27"/>
          <p:cNvSpPr txBox="1"/>
          <p:nvPr/>
        </p:nvSpPr>
        <p:spPr>
          <a:xfrm>
            <a:off x="731520" y="4498848"/>
            <a:ext cx="2677058" cy="411480"/>
          </a:xfrm>
          <a:prstGeom prst="rect">
            <a:avLst/>
          </a:prstGeom>
          <a:noFill/>
          <a:ln/>
        </p:spPr>
        <p:txBody>
          <a:bodyPr wrap="square" lIns="0" tIns="0" rIns="0" bIns="0" rtlCol="0" anchor="ctr"/>
          <a:lstStyle/>
          <a:p>
            <a:pPr rtl="1" algn="r" indent="0" marL="0">
              <a:buNone/>
            </a:pPr>
            <a:r>
              <a:rPr lang="ar-MA" altLang="en-US" sz="1500" b="1" dirty="0">
                <a:solidFill>
                  <a:srgbClr val="C9A44C"/>
                </a:solidFill>
                <a:latin typeface="Arial" pitchFamily="34" charset="0"/>
                <a:ea typeface="Arial" pitchFamily="34" charset="-122"/>
                <a:cs typeface="Arial" pitchFamily="34" charset="-120"/>
              </a:rPr>
              <a:t>التعاون والشراكات</a:t>
            </a:r>
            <a:endParaRPr lang="ar-MA" sz="1500" dirty="0"/>
          </a:p>
        </p:txBody>
      </p:sp>
      <p:sp>
        <p:nvSpPr>
          <p:cNvPr id="37" name="Text 28"/>
          <p:cNvSpPr txBox="1"/>
          <p:nvPr/>
        </p:nvSpPr>
        <p:spPr>
          <a:xfrm>
            <a:off x="731520" y="5029200"/>
            <a:ext cx="3179978" cy="1143000"/>
          </a:xfrm>
          <a:prstGeom prst="rect">
            <a:avLst/>
          </a:prstGeom>
          <a:noFill/>
          <a:ln/>
        </p:spPr>
        <p:txBody>
          <a:bodyPr wrap="square" lIns="0" tIns="0" rIns="0" bIns="0" rtlCol="0" anchor="t"/>
          <a:lstStyle/>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شراكات مع جمعيات ونقابات فنية</a:t>
            </a:r>
            <a:endParaRPr lang="ar-MA" sz="1250" dirty="0"/>
          </a:p>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الدبلوماسية الثقافية دوليا وقاريا</a:t>
            </a:r>
            <a:endParaRPr lang="ar-MA" sz="1250" dirty="0"/>
          </a:p>
          <a:p>
            <a:pPr rtl="1" algn="r" marL="177800" indent="-177800">
              <a:spcAft>
                <a:spcPts val="300"/>
              </a:spcAft>
              <a:buSzPct val="100000"/>
              <a:buChar char="•"/>
            </a:pPr>
            <a:r>
              <a:rPr lang="ar-MA" altLang="en-US" sz="1250" dirty="0">
                <a:solidFill>
                  <a:srgbClr val="F4EFE6"/>
                </a:solidFill>
                <a:latin typeface="Arial" pitchFamily="34" charset="0"/>
                <a:ea typeface="Arial" pitchFamily="34" charset="-122"/>
                <a:cs typeface="Arial" pitchFamily="34" charset="-120"/>
              </a:rPr>
              <a:t>شراكات مع المؤسسات والمجالس المنتخبة</a:t>
            </a:r>
            <a:endParaRPr lang="ar-MA"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A44C"/>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274320" y="548640"/>
            <a:ext cx="5486400" cy="3657600"/>
          </a:xfrm>
          <a:prstGeom prst="rect">
            <a:avLst/>
          </a:prstGeom>
          <a:noFill/>
          <a:ln/>
        </p:spPr>
        <p:txBody>
          <a:bodyPr wrap="square" lIns="0" tIns="0" rIns="0" bIns="0" rtlCol="0" anchor="t"/>
          <a:lstStyle/>
          <a:p>
            <a:pPr algn="l" indent="0" marL="0">
              <a:buNone/>
            </a:pPr>
            <a:r>
              <a:rPr lang="ar-MA" altLang="en-US" sz="26000" b="1" dirty="0">
                <a:solidFill>
                  <a:srgbClr val="201A2A"/>
                </a:solidFill>
                <a:latin typeface="Arial" pitchFamily="34" charset="0"/>
                <a:ea typeface="Arial" pitchFamily="34" charset="-122"/>
                <a:cs typeface="Arial" pitchFamily="34" charset="-120"/>
              </a:rPr>
              <a:t>02</a:t>
            </a:r>
            <a:endParaRPr lang="ar-MA" sz="26000" dirty="0"/>
          </a:p>
        </p:txBody>
      </p:sp>
      <p:sp>
        <p:nvSpPr>
          <p:cNvPr id="3" name="badge"/>
          <p:cNvSpPr/>
          <p:nvPr/>
        </p:nvSpPr>
        <p:spPr>
          <a:xfrm>
            <a:off x="10728655" y="1600200"/>
            <a:ext cx="914400" cy="914400"/>
          </a:xfrm>
          <a:prstGeom prst="ellipse">
            <a:avLst/>
          </a:prstGeom>
          <a:solidFill>
            <a:srgbClr val="15111D"/>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0975543" y="1847088"/>
            <a:ext cx="420624" cy="420624"/>
          </a:xfrm>
          <a:prstGeom prst="rect">
            <a:avLst/>
          </a:prstGeom>
        </p:spPr>
      </p:pic>
      <p:sp>
        <p:nvSpPr>
          <p:cNvPr id="5" name="Text 2"/>
          <p:cNvSpPr txBox="1"/>
          <p:nvPr/>
        </p:nvSpPr>
        <p:spPr>
          <a:xfrm>
            <a:off x="548640" y="2697480"/>
            <a:ext cx="11094415" cy="502920"/>
          </a:xfrm>
          <a:prstGeom prst="rect">
            <a:avLst/>
          </a:prstGeom>
          <a:noFill/>
          <a:ln/>
        </p:spPr>
        <p:txBody>
          <a:bodyPr wrap="square" lIns="0" tIns="0" rIns="0" bIns="0" rtlCol="0" anchor="t"/>
          <a:lstStyle/>
          <a:p>
            <a:pPr rtl="1" algn="r" indent="0" marL="0">
              <a:buNone/>
            </a:pPr>
            <a:r>
              <a:rPr lang="ar-MA" altLang="en-US" sz="2200" b="1" dirty="0">
                <a:solidFill>
                  <a:srgbClr val="C9A44C"/>
                </a:solidFill>
                <a:latin typeface="Arial" pitchFamily="34" charset="0"/>
                <a:ea typeface="Arial" pitchFamily="34" charset="-122"/>
                <a:cs typeface="Arial" pitchFamily="34" charset="-120"/>
              </a:rPr>
              <a:t>الباب الثاني</a:t>
            </a:r>
            <a:endParaRPr lang="ar-MA" sz="2200" dirty="0"/>
          </a:p>
        </p:txBody>
      </p:sp>
      <p:sp>
        <p:nvSpPr>
          <p:cNvPr id="6" name="Text 3"/>
          <p:cNvSpPr txBox="1"/>
          <p:nvPr/>
        </p:nvSpPr>
        <p:spPr>
          <a:xfrm>
            <a:off x="548640" y="3200400"/>
            <a:ext cx="11094415" cy="1097280"/>
          </a:xfrm>
          <a:prstGeom prst="rect">
            <a:avLst/>
          </a:prstGeom>
          <a:noFill/>
          <a:ln/>
        </p:spPr>
        <p:txBody>
          <a:bodyPr wrap="square" lIns="0" tIns="0" rIns="0" bIns="0" rtlCol="0" anchor="ctr"/>
          <a:lstStyle/>
          <a:p>
            <a:pPr rtl="1" algn="r" indent="0" marL="0">
              <a:buNone/>
            </a:pPr>
            <a:r>
              <a:rPr lang="ar-MA" altLang="en-US" sz="4800" b="1" dirty="0">
                <a:solidFill>
                  <a:srgbClr val="F4EFE6"/>
                </a:solidFill>
                <a:latin typeface="Arial" pitchFamily="34" charset="0"/>
                <a:ea typeface="Arial" pitchFamily="34" charset="-122"/>
                <a:cs typeface="Arial" pitchFamily="34" charset="-120"/>
              </a:rPr>
              <a:t>العضوية والانخراط</a:t>
            </a:r>
            <a:endParaRPr lang="ar-MA" sz="4800" dirty="0"/>
          </a:p>
        </p:txBody>
      </p:sp>
      <p:sp>
        <p:nvSpPr>
          <p:cNvPr id="7" name="Text 4"/>
          <p:cNvSpPr txBox="1"/>
          <p:nvPr/>
        </p:nvSpPr>
        <p:spPr>
          <a:xfrm>
            <a:off x="548640" y="4434840"/>
            <a:ext cx="11094415" cy="457200"/>
          </a:xfrm>
          <a:prstGeom prst="rect">
            <a:avLst/>
          </a:prstGeom>
          <a:noFill/>
          <a:ln/>
        </p:spPr>
        <p:txBody>
          <a:bodyPr wrap="square" lIns="0" tIns="0" rIns="0" bIns="0" rtlCol="0" anchor="t"/>
          <a:lstStyle/>
          <a:p>
            <a:pPr rtl="1" algn="r" indent="0" marL="0">
              <a:buNone/>
            </a:pPr>
            <a:r>
              <a:rPr lang="ar-MA" altLang="en-US" sz="1600" dirty="0">
                <a:solidFill>
                  <a:srgbClr val="B4ABC0"/>
                </a:solidFill>
                <a:latin typeface="Arial" pitchFamily="34" charset="0"/>
                <a:ea typeface="Arial" pitchFamily="34" charset="-122"/>
                <a:cs typeface="Arial" pitchFamily="34" charset="-120"/>
              </a:rPr>
              <a:t>الفصول من 6 إلى 8</a:t>
            </a:r>
            <a:endParaRPr lang="ar-MA" sz="1600" dirty="0"/>
          </a:p>
        </p:txBody>
      </p:sp>
    </p:spTree>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182880"/>
            <a:ext cx="2743200" cy="1371600"/>
          </a:xfrm>
          <a:prstGeom prst="rect">
            <a:avLst/>
          </a:prstGeom>
          <a:noFill/>
          <a:ln/>
        </p:spPr>
        <p:txBody>
          <a:bodyPr wrap="square" lIns="0" tIns="0" rIns="0" bIns="0" rtlCol="0" anchor="t"/>
          <a:lstStyle/>
          <a:p>
            <a:pPr algn="l" indent="0" marL="0">
              <a:buNone/>
            </a:pPr>
            <a:r>
              <a:rPr lang="ar-MA" altLang="en-US" sz="9600" b="1" dirty="0">
                <a:solidFill>
                  <a:srgbClr val="201A2A"/>
                </a:solidFill>
                <a:latin typeface="Arial" pitchFamily="34" charset="0"/>
                <a:ea typeface="Arial" pitchFamily="34" charset="-122"/>
                <a:cs typeface="Arial" pitchFamily="34" charset="-120"/>
              </a:rPr>
              <a:t>06</a:t>
            </a:r>
            <a:endParaRPr lang="ar-MA" sz="9600" dirty="0"/>
          </a:p>
        </p:txBody>
      </p:sp>
      <p:sp>
        <p:nvSpPr>
          <p:cNvPr id="3" name="badge"/>
          <p:cNvSpPr/>
          <p:nvPr/>
        </p:nvSpPr>
        <p:spPr>
          <a:xfrm>
            <a:off x="10984687" y="566928"/>
            <a:ext cx="658368" cy="658368"/>
          </a:xfrm>
          <a:prstGeom prst="ellipse">
            <a:avLst/>
          </a:prstGeom>
          <a:solidFill>
            <a:srgbClr val="C9A44C"/>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1162447" y="744687"/>
            <a:ext cx="302849" cy="302849"/>
          </a:xfrm>
          <a:prstGeom prst="rect">
            <a:avLst/>
          </a:prstGeom>
        </p:spPr>
      </p:pic>
      <p:sp>
        <p:nvSpPr>
          <p:cNvPr id="5" name="Text 2"/>
          <p:cNvSpPr txBox="1"/>
          <p:nvPr/>
        </p:nvSpPr>
        <p:spPr>
          <a:xfrm>
            <a:off x="548640" y="457200"/>
            <a:ext cx="10225735" cy="365760"/>
          </a:xfrm>
          <a:prstGeom prst="rect">
            <a:avLst/>
          </a:prstGeom>
          <a:noFill/>
          <a:ln/>
        </p:spPr>
        <p:txBody>
          <a:bodyPr wrap="square" lIns="0" tIns="0" rIns="0" bIns="0" rtlCol="0" anchor="t"/>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الفصل السادس</a:t>
            </a:r>
            <a:endParaRPr lang="ar-MA" sz="1600" dirty="0"/>
          </a:p>
        </p:txBody>
      </p:sp>
      <p:sp>
        <p:nvSpPr>
          <p:cNvPr id="6" name="Text 3"/>
          <p:cNvSpPr txBox="1"/>
          <p:nvPr/>
        </p:nvSpPr>
        <p:spPr>
          <a:xfrm>
            <a:off x="548640" y="786384"/>
            <a:ext cx="10225735" cy="731520"/>
          </a:xfrm>
          <a:prstGeom prst="rect">
            <a:avLst/>
          </a:prstGeom>
          <a:noFill/>
          <a:ln/>
        </p:spPr>
        <p:txBody>
          <a:bodyPr wrap="square" lIns="0" tIns="0" rIns="0" bIns="0" rtlCol="0" anchor="ctr"/>
          <a:lstStyle/>
          <a:p>
            <a:pPr rtl="1" algn="r" indent="0" marL="0">
              <a:buNone/>
            </a:pPr>
            <a:r>
              <a:rPr lang="ar-MA" altLang="en-US" sz="3600" b="1" dirty="0">
                <a:solidFill>
                  <a:srgbClr val="F4EFE6"/>
                </a:solidFill>
                <a:latin typeface="Arial" pitchFamily="34" charset="0"/>
                <a:ea typeface="Arial" pitchFamily="34" charset="-122"/>
                <a:cs typeface="Arial" pitchFamily="34" charset="-120"/>
              </a:rPr>
              <a:t>شروط العضوية</a:t>
            </a:r>
            <a:endParaRPr lang="ar-MA" sz="3600" dirty="0"/>
          </a:p>
        </p:txBody>
      </p:sp>
      <p:sp>
        <p:nvSpPr>
          <p:cNvPr id="7" name="Text 4"/>
          <p:cNvSpPr txBox="1"/>
          <p:nvPr/>
        </p:nvSpPr>
        <p:spPr>
          <a:xfrm>
            <a:off x="548640" y="1645920"/>
            <a:ext cx="11094415" cy="365760"/>
          </a:xfrm>
          <a:prstGeom prst="rect">
            <a:avLst/>
          </a:prstGeom>
          <a:noFill/>
          <a:ln/>
        </p:spPr>
        <p:txBody>
          <a:bodyPr wrap="square" lIns="0" tIns="0" rIns="0" bIns="0" rtlCol="0" anchor="t"/>
          <a:lstStyle/>
          <a:p>
            <a:pPr rtl="1" algn="r" indent="0" marL="0">
              <a:buNone/>
            </a:pPr>
            <a:r>
              <a:rPr lang="ar-MA" altLang="en-US" sz="1600" dirty="0">
                <a:solidFill>
                  <a:srgbClr val="B4ABC0"/>
                </a:solidFill>
                <a:latin typeface="Arial" pitchFamily="34" charset="0"/>
                <a:ea typeface="Arial" pitchFamily="34" charset="-122"/>
                <a:cs typeface="Arial" pitchFamily="34" charset="-120"/>
              </a:rPr>
              <a:t>يشترط في العضو أن يكون:</a:t>
            </a:r>
            <a:endParaRPr lang="ar-MA" sz="1600" dirty="0"/>
          </a:p>
        </p:txBody>
      </p:sp>
      <p:sp>
        <p:nvSpPr>
          <p:cNvPr id="8" name="card"/>
          <p:cNvSpPr/>
          <p:nvPr/>
        </p:nvSpPr>
        <p:spPr>
          <a:xfrm>
            <a:off x="6233008" y="2148840"/>
            <a:ext cx="5410048" cy="603504"/>
          </a:xfrm>
          <a:prstGeom prst="roundRect">
            <a:avLst>
              <a:gd name="adj" fmla="val 18182"/>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pic>
        <p:nvPicPr>
          <p:cNvPr id="9" name="Image 1" descr="preencoded.png">    </p:cNvPr>
          <p:cNvPicPr>
            <a:picLocks noChangeAspect="1"/>
          </p:cNvPicPr>
          <p:nvPr/>
        </p:nvPicPr>
        <p:blipFill>
          <a:blip r:embed="rId2"/>
          <a:stretch>
            <a:fillRect/>
          </a:stretch>
        </p:blipFill>
        <p:spPr>
          <a:xfrm>
            <a:off x="11094415" y="2304288"/>
            <a:ext cx="292608" cy="292608"/>
          </a:xfrm>
          <a:prstGeom prst="rect">
            <a:avLst/>
          </a:prstGeom>
        </p:spPr>
      </p:pic>
      <p:sp>
        <p:nvSpPr>
          <p:cNvPr id="10" name="Text 6"/>
          <p:cNvSpPr txBox="1"/>
          <p:nvPr/>
        </p:nvSpPr>
        <p:spPr>
          <a:xfrm>
            <a:off x="6415888" y="2148840"/>
            <a:ext cx="4541368" cy="603504"/>
          </a:xfrm>
          <a:prstGeom prst="rect">
            <a:avLst/>
          </a:prstGeom>
          <a:noFill/>
          <a:ln/>
        </p:spPr>
        <p:txBody>
          <a:bodyPr wrap="square" lIns="0" tIns="0" rIns="0" bIns="0" rtlCol="0" anchor="ctr"/>
          <a:lstStyle/>
          <a:p>
            <a:pPr rtl="1" algn="r" indent="0" marL="0">
              <a:buNone/>
            </a:pPr>
            <a:r>
              <a:rPr lang="ar-MA" altLang="en-US" sz="1500" dirty="0">
                <a:solidFill>
                  <a:srgbClr val="F4EFE6"/>
                </a:solidFill>
                <a:latin typeface="Arial" pitchFamily="34" charset="0"/>
                <a:ea typeface="Arial" pitchFamily="34" charset="-122"/>
                <a:cs typeface="Arial" pitchFamily="34" charset="-120"/>
              </a:rPr>
              <a:t>متمتعا بحقوقه المدنية</a:t>
            </a:r>
            <a:endParaRPr lang="ar-MA" sz="1500" dirty="0"/>
          </a:p>
        </p:txBody>
      </p:sp>
      <p:sp>
        <p:nvSpPr>
          <p:cNvPr id="11" name="card"/>
          <p:cNvSpPr/>
          <p:nvPr/>
        </p:nvSpPr>
        <p:spPr>
          <a:xfrm>
            <a:off x="6233008" y="2880360"/>
            <a:ext cx="5410048" cy="603504"/>
          </a:xfrm>
          <a:prstGeom prst="roundRect">
            <a:avLst>
              <a:gd name="adj" fmla="val 18182"/>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pic>
        <p:nvPicPr>
          <p:cNvPr id="12" name="Image 2" descr="preencoded.png">    </p:cNvPr>
          <p:cNvPicPr>
            <a:picLocks noChangeAspect="1"/>
          </p:cNvPicPr>
          <p:nvPr/>
        </p:nvPicPr>
        <p:blipFill>
          <a:blip r:embed="rId3"/>
          <a:stretch>
            <a:fillRect/>
          </a:stretch>
        </p:blipFill>
        <p:spPr>
          <a:xfrm>
            <a:off x="11094415" y="3035808"/>
            <a:ext cx="292608" cy="292608"/>
          </a:xfrm>
          <a:prstGeom prst="rect">
            <a:avLst/>
          </a:prstGeom>
        </p:spPr>
      </p:pic>
      <p:sp>
        <p:nvSpPr>
          <p:cNvPr id="13" name="Text 8"/>
          <p:cNvSpPr txBox="1"/>
          <p:nvPr/>
        </p:nvSpPr>
        <p:spPr>
          <a:xfrm>
            <a:off x="6415888" y="2880360"/>
            <a:ext cx="4541368" cy="603504"/>
          </a:xfrm>
          <a:prstGeom prst="rect">
            <a:avLst/>
          </a:prstGeom>
          <a:noFill/>
          <a:ln/>
        </p:spPr>
        <p:txBody>
          <a:bodyPr wrap="square" lIns="0" tIns="0" rIns="0" bIns="0" rtlCol="0" anchor="ctr"/>
          <a:lstStyle/>
          <a:p>
            <a:pPr rtl="1" algn="r" indent="0" marL="0">
              <a:buNone/>
            </a:pPr>
            <a:r>
              <a:rPr lang="ar-MA" altLang="en-US" sz="1500" dirty="0">
                <a:solidFill>
                  <a:srgbClr val="F4EFE6"/>
                </a:solidFill>
                <a:latin typeface="Arial" pitchFamily="34" charset="0"/>
                <a:ea typeface="Arial" pitchFamily="34" charset="-122"/>
                <a:cs typeface="Arial" pitchFamily="34" charset="-120"/>
              </a:rPr>
              <a:t>يزاول مهنة التمثيل بشكل احترافي وتخصصي</a:t>
            </a:r>
            <a:endParaRPr lang="ar-MA" sz="1500" dirty="0"/>
          </a:p>
        </p:txBody>
      </p:sp>
      <p:sp>
        <p:nvSpPr>
          <p:cNvPr id="14" name="card"/>
          <p:cNvSpPr/>
          <p:nvPr/>
        </p:nvSpPr>
        <p:spPr>
          <a:xfrm>
            <a:off x="6233008" y="3611880"/>
            <a:ext cx="5410048" cy="603504"/>
          </a:xfrm>
          <a:prstGeom prst="roundRect">
            <a:avLst>
              <a:gd name="adj" fmla="val 18182"/>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pic>
        <p:nvPicPr>
          <p:cNvPr id="15" name="Image 3" descr="preencoded.png">    </p:cNvPr>
          <p:cNvPicPr>
            <a:picLocks noChangeAspect="1"/>
          </p:cNvPicPr>
          <p:nvPr/>
        </p:nvPicPr>
        <p:blipFill>
          <a:blip r:embed="rId4"/>
          <a:stretch>
            <a:fillRect/>
          </a:stretch>
        </p:blipFill>
        <p:spPr>
          <a:xfrm>
            <a:off x="11094415" y="3767328"/>
            <a:ext cx="292608" cy="292608"/>
          </a:xfrm>
          <a:prstGeom prst="rect">
            <a:avLst/>
          </a:prstGeom>
        </p:spPr>
      </p:pic>
      <p:sp>
        <p:nvSpPr>
          <p:cNvPr id="16" name="Text 10"/>
          <p:cNvSpPr txBox="1"/>
          <p:nvPr/>
        </p:nvSpPr>
        <p:spPr>
          <a:xfrm>
            <a:off x="6415888" y="3611880"/>
            <a:ext cx="4541368" cy="603504"/>
          </a:xfrm>
          <a:prstGeom prst="rect">
            <a:avLst/>
          </a:prstGeom>
          <a:noFill/>
          <a:ln/>
        </p:spPr>
        <p:txBody>
          <a:bodyPr wrap="square" lIns="0" tIns="0" rIns="0" bIns="0" rtlCol="0" anchor="ctr"/>
          <a:lstStyle/>
          <a:p>
            <a:pPr rtl="1" algn="r" indent="0" marL="0">
              <a:buNone/>
            </a:pPr>
            <a:r>
              <a:rPr lang="ar-MA" altLang="en-US" sz="1500" dirty="0">
                <a:solidFill>
                  <a:srgbClr val="F4EFE6"/>
                </a:solidFill>
                <a:latin typeface="Arial" pitchFamily="34" charset="0"/>
                <a:ea typeface="Arial" pitchFamily="34" charset="-122"/>
                <a:cs typeface="Arial" pitchFamily="34" charset="-120"/>
              </a:rPr>
              <a:t>يتوفر على تغطية صحية سارية المفعول</a:t>
            </a:r>
            <a:endParaRPr lang="ar-MA" sz="1500" dirty="0"/>
          </a:p>
        </p:txBody>
      </p:sp>
      <p:sp>
        <p:nvSpPr>
          <p:cNvPr id="17" name="card"/>
          <p:cNvSpPr/>
          <p:nvPr/>
        </p:nvSpPr>
        <p:spPr>
          <a:xfrm>
            <a:off x="6233008" y="4343400"/>
            <a:ext cx="5410048" cy="603504"/>
          </a:xfrm>
          <a:prstGeom prst="roundRect">
            <a:avLst>
              <a:gd name="adj" fmla="val 18182"/>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pic>
        <p:nvPicPr>
          <p:cNvPr id="18" name="Image 4" descr="preencoded.png">    </p:cNvPr>
          <p:cNvPicPr>
            <a:picLocks noChangeAspect="1"/>
          </p:cNvPicPr>
          <p:nvPr/>
        </p:nvPicPr>
        <p:blipFill>
          <a:blip r:embed="rId5"/>
          <a:stretch>
            <a:fillRect/>
          </a:stretch>
        </p:blipFill>
        <p:spPr>
          <a:xfrm>
            <a:off x="11094415" y="4498848"/>
            <a:ext cx="292608" cy="292608"/>
          </a:xfrm>
          <a:prstGeom prst="rect">
            <a:avLst/>
          </a:prstGeom>
        </p:spPr>
      </p:pic>
      <p:sp>
        <p:nvSpPr>
          <p:cNvPr id="19" name="Text 12"/>
          <p:cNvSpPr txBox="1"/>
          <p:nvPr/>
        </p:nvSpPr>
        <p:spPr>
          <a:xfrm>
            <a:off x="6415888" y="4343400"/>
            <a:ext cx="4541368" cy="603504"/>
          </a:xfrm>
          <a:prstGeom prst="rect">
            <a:avLst/>
          </a:prstGeom>
          <a:noFill/>
          <a:ln/>
        </p:spPr>
        <p:txBody>
          <a:bodyPr wrap="square" lIns="0" tIns="0" rIns="0" bIns="0" rtlCol="0" anchor="ctr"/>
          <a:lstStyle/>
          <a:p>
            <a:pPr rtl="1" algn="r" indent="0" marL="0">
              <a:buNone/>
            </a:pPr>
            <a:r>
              <a:rPr lang="ar-MA" altLang="en-US" sz="1500" dirty="0">
                <a:solidFill>
                  <a:srgbClr val="F4EFE6"/>
                </a:solidFill>
                <a:latin typeface="Arial" pitchFamily="34" charset="0"/>
                <a:ea typeface="Arial" pitchFamily="34" charset="-122"/>
                <a:cs typeface="Arial" pitchFamily="34" charset="-120"/>
              </a:rPr>
              <a:t>يتوفر على البطاقة المهنية للفنان</a:t>
            </a:r>
            <a:endParaRPr lang="ar-MA" sz="1500" dirty="0"/>
          </a:p>
        </p:txBody>
      </p:sp>
      <p:sp>
        <p:nvSpPr>
          <p:cNvPr id="20" name="card"/>
          <p:cNvSpPr/>
          <p:nvPr/>
        </p:nvSpPr>
        <p:spPr>
          <a:xfrm>
            <a:off x="548640" y="2148840"/>
            <a:ext cx="5410048" cy="603504"/>
          </a:xfrm>
          <a:prstGeom prst="roundRect">
            <a:avLst>
              <a:gd name="adj" fmla="val 18182"/>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pic>
        <p:nvPicPr>
          <p:cNvPr id="21" name="Image 5" descr="preencoded.png">    </p:cNvPr>
          <p:cNvPicPr>
            <a:picLocks noChangeAspect="1"/>
          </p:cNvPicPr>
          <p:nvPr/>
        </p:nvPicPr>
        <p:blipFill>
          <a:blip r:embed="rId6"/>
          <a:stretch>
            <a:fillRect/>
          </a:stretch>
        </p:blipFill>
        <p:spPr>
          <a:xfrm>
            <a:off x="5410048" y="2304288"/>
            <a:ext cx="292608" cy="292608"/>
          </a:xfrm>
          <a:prstGeom prst="rect">
            <a:avLst/>
          </a:prstGeom>
        </p:spPr>
      </p:pic>
      <p:sp>
        <p:nvSpPr>
          <p:cNvPr id="22" name="Text 14"/>
          <p:cNvSpPr txBox="1"/>
          <p:nvPr/>
        </p:nvSpPr>
        <p:spPr>
          <a:xfrm>
            <a:off x="731520" y="2148840"/>
            <a:ext cx="4541368" cy="603504"/>
          </a:xfrm>
          <a:prstGeom prst="rect">
            <a:avLst/>
          </a:prstGeom>
          <a:noFill/>
          <a:ln/>
        </p:spPr>
        <p:txBody>
          <a:bodyPr wrap="square" lIns="0" tIns="0" rIns="0" bIns="0" rtlCol="0" anchor="ctr"/>
          <a:lstStyle/>
          <a:p>
            <a:pPr rtl="1" algn="r" indent="0" marL="0">
              <a:buNone/>
            </a:pPr>
            <a:r>
              <a:rPr lang="ar-MA" altLang="en-US" sz="1500" dirty="0">
                <a:solidFill>
                  <a:srgbClr val="F4EFE6"/>
                </a:solidFill>
                <a:latin typeface="Arial" pitchFamily="34" charset="0"/>
                <a:ea typeface="Arial" pitchFamily="34" charset="-122"/>
                <a:cs typeface="Arial" pitchFamily="34" charset="-120"/>
              </a:rPr>
              <a:t>يلتزم بالنظامين الأساسي والداخلي ويؤدي واجب الانخراط بانتظام</a:t>
            </a:r>
            <a:endParaRPr lang="ar-MA" sz="1500" dirty="0"/>
          </a:p>
        </p:txBody>
      </p:sp>
      <p:sp>
        <p:nvSpPr>
          <p:cNvPr id="23" name="card"/>
          <p:cNvSpPr/>
          <p:nvPr/>
        </p:nvSpPr>
        <p:spPr>
          <a:xfrm>
            <a:off x="548640" y="2880360"/>
            <a:ext cx="5410048" cy="603504"/>
          </a:xfrm>
          <a:prstGeom prst="roundRect">
            <a:avLst>
              <a:gd name="adj" fmla="val 18182"/>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pic>
        <p:nvPicPr>
          <p:cNvPr id="24" name="Image 6" descr="preencoded.png">    </p:cNvPr>
          <p:cNvPicPr>
            <a:picLocks noChangeAspect="1"/>
          </p:cNvPicPr>
          <p:nvPr/>
        </p:nvPicPr>
        <p:blipFill>
          <a:blip r:embed="rId7"/>
          <a:stretch>
            <a:fillRect/>
          </a:stretch>
        </p:blipFill>
        <p:spPr>
          <a:xfrm>
            <a:off x="5410048" y="3035808"/>
            <a:ext cx="292608" cy="292608"/>
          </a:xfrm>
          <a:prstGeom prst="rect">
            <a:avLst/>
          </a:prstGeom>
        </p:spPr>
      </p:pic>
      <p:sp>
        <p:nvSpPr>
          <p:cNvPr id="25" name="Text 16"/>
          <p:cNvSpPr txBox="1"/>
          <p:nvPr/>
        </p:nvSpPr>
        <p:spPr>
          <a:xfrm>
            <a:off x="731520" y="2880360"/>
            <a:ext cx="4541368" cy="603504"/>
          </a:xfrm>
          <a:prstGeom prst="rect">
            <a:avLst/>
          </a:prstGeom>
          <a:noFill/>
          <a:ln/>
        </p:spPr>
        <p:txBody>
          <a:bodyPr wrap="square" lIns="0" tIns="0" rIns="0" bIns="0" rtlCol="0" anchor="ctr"/>
          <a:lstStyle/>
          <a:p>
            <a:pPr rtl="1" algn="r" indent="0" marL="0">
              <a:buNone/>
            </a:pPr>
            <a:r>
              <a:rPr lang="ar-MA" altLang="en-US" sz="1500" dirty="0">
                <a:solidFill>
                  <a:srgbClr val="F4EFE6"/>
                </a:solidFill>
                <a:latin typeface="Arial" pitchFamily="34" charset="0"/>
                <a:ea typeface="Arial" pitchFamily="34" charset="-122"/>
                <a:cs typeface="Arial" pitchFamily="34" charset="-120"/>
              </a:rPr>
              <a:t>يوافق المكتب المسير على قبول انخراطه</a:t>
            </a:r>
            <a:endParaRPr lang="ar-MA" sz="1500" dirty="0"/>
          </a:p>
        </p:txBody>
      </p:sp>
      <p:sp>
        <p:nvSpPr>
          <p:cNvPr id="26" name="card"/>
          <p:cNvSpPr/>
          <p:nvPr/>
        </p:nvSpPr>
        <p:spPr>
          <a:xfrm>
            <a:off x="548640" y="3611880"/>
            <a:ext cx="5410048" cy="603504"/>
          </a:xfrm>
          <a:prstGeom prst="roundRect">
            <a:avLst>
              <a:gd name="adj" fmla="val 18182"/>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pic>
        <p:nvPicPr>
          <p:cNvPr id="27" name="Image 7" descr="preencoded.png">    </p:cNvPr>
          <p:cNvPicPr>
            <a:picLocks noChangeAspect="1"/>
          </p:cNvPicPr>
          <p:nvPr/>
        </p:nvPicPr>
        <p:blipFill>
          <a:blip r:embed="rId8"/>
          <a:stretch>
            <a:fillRect/>
          </a:stretch>
        </p:blipFill>
        <p:spPr>
          <a:xfrm>
            <a:off x="5410048" y="3767328"/>
            <a:ext cx="292608" cy="292608"/>
          </a:xfrm>
          <a:prstGeom prst="rect">
            <a:avLst/>
          </a:prstGeom>
        </p:spPr>
      </p:pic>
      <p:sp>
        <p:nvSpPr>
          <p:cNvPr id="28" name="Text 18"/>
          <p:cNvSpPr txBox="1"/>
          <p:nvPr/>
        </p:nvSpPr>
        <p:spPr>
          <a:xfrm>
            <a:off x="731520" y="3611880"/>
            <a:ext cx="4541368" cy="603504"/>
          </a:xfrm>
          <a:prstGeom prst="rect">
            <a:avLst/>
          </a:prstGeom>
          <a:noFill/>
          <a:ln/>
        </p:spPr>
        <p:txBody>
          <a:bodyPr wrap="square" lIns="0" tIns="0" rIns="0" bIns="0" rtlCol="0" anchor="ctr"/>
          <a:lstStyle/>
          <a:p>
            <a:pPr rtl="1" algn="r" indent="0" marL="0">
              <a:buNone/>
            </a:pPr>
            <a:r>
              <a:rPr lang="ar-MA" altLang="en-US" sz="1500" dirty="0">
                <a:solidFill>
                  <a:srgbClr val="F4EFE6"/>
                </a:solidFill>
                <a:latin typeface="Arial" pitchFamily="34" charset="0"/>
                <a:ea typeface="Arial" pitchFamily="34" charset="-122"/>
                <a:cs typeface="Arial" pitchFamily="34" charset="-120"/>
              </a:rPr>
              <a:t>يوقع على ميثاق الشرف الذي تتبناه الجمعية</a:t>
            </a:r>
            <a:endParaRPr lang="ar-MA" sz="1500" dirty="0"/>
          </a:p>
        </p:txBody>
      </p:sp>
      <p:sp>
        <p:nvSpPr>
          <p:cNvPr id="29" name="card"/>
          <p:cNvSpPr/>
          <p:nvPr/>
        </p:nvSpPr>
        <p:spPr>
          <a:xfrm>
            <a:off x="548640" y="4343400"/>
            <a:ext cx="5410048" cy="603504"/>
          </a:xfrm>
          <a:prstGeom prst="roundRect">
            <a:avLst>
              <a:gd name="adj" fmla="val 18182"/>
            </a:avLst>
          </a:prstGeom>
          <a:solidFill>
            <a:srgbClr val="2B2338"/>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30" name="card"/>
          <p:cNvSpPr/>
          <p:nvPr/>
        </p:nvSpPr>
        <p:spPr>
          <a:xfrm>
            <a:off x="548640" y="5257800"/>
            <a:ext cx="11094415" cy="868680"/>
          </a:xfrm>
          <a:prstGeom prst="roundRect">
            <a:avLst>
              <a:gd name="adj" fmla="val 12632"/>
            </a:avLst>
          </a:prstGeom>
          <a:solidFill>
            <a:srgbClr val="C9A44C"/>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31" name="Text 21"/>
          <p:cNvSpPr txBox="1"/>
          <p:nvPr/>
        </p:nvSpPr>
        <p:spPr>
          <a:xfrm>
            <a:off x="868680" y="5257800"/>
            <a:ext cx="10454335" cy="868680"/>
          </a:xfrm>
          <a:prstGeom prst="rect">
            <a:avLst/>
          </a:prstGeom>
          <a:noFill/>
          <a:ln/>
        </p:spPr>
        <p:txBody>
          <a:bodyPr wrap="square" lIns="0" tIns="0" rIns="0" bIns="0" rtlCol="0" anchor="ctr"/>
          <a:lstStyle/>
          <a:p>
            <a:pPr rtl="1" algn="r" indent="0" marL="0">
              <a:buNone/>
            </a:pPr>
            <a:r>
              <a:rPr lang="ar-MA" altLang="en-US" sz="1500" b="1" dirty="0">
                <a:solidFill>
                  <a:srgbClr val="15111D"/>
                </a:solidFill>
                <a:latin typeface="Arial" pitchFamily="34" charset="0"/>
                <a:ea typeface="Arial" pitchFamily="34" charset="-122"/>
                <a:cs typeface="Arial" pitchFamily="34" charset="-120"/>
              </a:rPr>
              <a:t>تعتمد الجمعية انخراطات لفئات أخرى (طلبة الشعب الدرامية، خريجو المعاهد والكليات، الهواة، ممارسو المسرح الشبابي) حسب القانون الداخلي.</a:t>
            </a:r>
            <a:endParaRPr lang="ar-MA" sz="1500" dirty="0"/>
          </a:p>
        </p:txBody>
      </p:sp>
      <p:sp>
        <p:nvSpPr>
          <p:cNvPr id="32" name="Text 22"/>
          <p:cNvSpPr txBox="1"/>
          <p:nvPr/>
        </p:nvSpPr>
        <p:spPr>
          <a:xfrm>
            <a:off x="731520" y="4343400"/>
            <a:ext cx="5044288" cy="603504"/>
          </a:xfrm>
          <a:prstGeom prst="rect">
            <a:avLst/>
          </a:prstGeom>
          <a:noFill/>
          <a:ln/>
        </p:spPr>
        <p:txBody>
          <a:bodyPr wrap="square" lIns="0" tIns="0" rIns="0" bIns="0" rtlCol="0" anchor="ctr"/>
          <a:lstStyle/>
          <a:p>
            <a:pPr rtl="1" algn="r" indent="0" marL="0">
              <a:buNone/>
            </a:pPr>
            <a:r>
              <a:rPr lang="ar-MA" altLang="en-US" sz="1800" b="1" dirty="0">
                <a:solidFill>
                  <a:srgbClr val="C9A44C"/>
                </a:solidFill>
                <a:latin typeface="Arial" pitchFamily="34" charset="0"/>
                <a:ea typeface="Arial" pitchFamily="34" charset="-122"/>
                <a:cs typeface="Arial" pitchFamily="34" charset="-120"/>
              </a:rPr>
              <a:t>7 شروط أساسية</a:t>
            </a:r>
            <a:endParaRPr lang="ar-MA" sz="18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A44C"/>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182880"/>
            <a:ext cx="2743200" cy="1371600"/>
          </a:xfrm>
          <a:prstGeom prst="rect">
            <a:avLst/>
          </a:prstGeom>
          <a:noFill/>
          <a:ln/>
        </p:spPr>
        <p:txBody>
          <a:bodyPr wrap="square" lIns="0" tIns="0" rIns="0" bIns="0" rtlCol="0" anchor="t"/>
          <a:lstStyle/>
          <a:p>
            <a:pPr algn="l" indent="0" marL="0">
              <a:buNone/>
            </a:pPr>
            <a:r>
              <a:rPr lang="ar-MA" altLang="en-US" sz="9600" b="1" dirty="0">
                <a:solidFill>
                  <a:srgbClr val="201A2A"/>
                </a:solidFill>
                <a:latin typeface="Arial" pitchFamily="34" charset="0"/>
                <a:ea typeface="Arial" pitchFamily="34" charset="-122"/>
                <a:cs typeface="Arial" pitchFamily="34" charset="-120"/>
              </a:rPr>
              <a:t>07</a:t>
            </a:r>
            <a:endParaRPr lang="ar-MA" sz="9600" dirty="0"/>
          </a:p>
        </p:txBody>
      </p:sp>
      <p:sp>
        <p:nvSpPr>
          <p:cNvPr id="3" name="badge"/>
          <p:cNvSpPr/>
          <p:nvPr/>
        </p:nvSpPr>
        <p:spPr>
          <a:xfrm>
            <a:off x="10984687" y="566928"/>
            <a:ext cx="658368" cy="658368"/>
          </a:xfrm>
          <a:prstGeom prst="ellipse">
            <a:avLst/>
          </a:prstGeom>
          <a:solidFill>
            <a:srgbClr val="C9A44C"/>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1162447" y="744687"/>
            <a:ext cx="302849" cy="302849"/>
          </a:xfrm>
          <a:prstGeom prst="rect">
            <a:avLst/>
          </a:prstGeom>
        </p:spPr>
      </p:pic>
      <p:sp>
        <p:nvSpPr>
          <p:cNvPr id="5" name="Text 2"/>
          <p:cNvSpPr txBox="1"/>
          <p:nvPr/>
        </p:nvSpPr>
        <p:spPr>
          <a:xfrm>
            <a:off x="548640" y="457200"/>
            <a:ext cx="10225735" cy="365760"/>
          </a:xfrm>
          <a:prstGeom prst="rect">
            <a:avLst/>
          </a:prstGeom>
          <a:noFill/>
          <a:ln/>
        </p:spPr>
        <p:txBody>
          <a:bodyPr wrap="square" lIns="0" tIns="0" rIns="0" bIns="0" rtlCol="0" anchor="t"/>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الفصل السابع</a:t>
            </a:r>
            <a:endParaRPr lang="ar-MA" sz="1600" dirty="0"/>
          </a:p>
        </p:txBody>
      </p:sp>
      <p:sp>
        <p:nvSpPr>
          <p:cNvPr id="6" name="Text 3"/>
          <p:cNvSpPr txBox="1"/>
          <p:nvPr/>
        </p:nvSpPr>
        <p:spPr>
          <a:xfrm>
            <a:off x="548640" y="786384"/>
            <a:ext cx="10225735" cy="731520"/>
          </a:xfrm>
          <a:prstGeom prst="rect">
            <a:avLst/>
          </a:prstGeom>
          <a:noFill/>
          <a:ln/>
        </p:spPr>
        <p:txBody>
          <a:bodyPr wrap="square" lIns="0" tIns="0" rIns="0" bIns="0" rtlCol="0" anchor="ctr"/>
          <a:lstStyle/>
          <a:p>
            <a:pPr rtl="1" algn="r" indent="0" marL="0">
              <a:buNone/>
            </a:pPr>
            <a:r>
              <a:rPr lang="ar-MA" altLang="en-US" sz="3600" b="1" dirty="0">
                <a:solidFill>
                  <a:srgbClr val="F4EFE6"/>
                </a:solidFill>
                <a:latin typeface="Arial" pitchFamily="34" charset="0"/>
                <a:ea typeface="Arial" pitchFamily="34" charset="-122"/>
                <a:cs typeface="Arial" pitchFamily="34" charset="-120"/>
              </a:rPr>
              <a:t>أنواع الأعضاء المنخرطين</a:t>
            </a:r>
            <a:endParaRPr lang="ar-MA" sz="3600" dirty="0"/>
          </a:p>
        </p:txBody>
      </p:sp>
      <p:sp>
        <p:nvSpPr>
          <p:cNvPr id="7" name="card"/>
          <p:cNvSpPr/>
          <p:nvPr/>
        </p:nvSpPr>
        <p:spPr>
          <a:xfrm>
            <a:off x="8127797" y="1874520"/>
            <a:ext cx="3515258" cy="4206240"/>
          </a:xfrm>
          <a:prstGeom prst="roundRect">
            <a:avLst>
              <a:gd name="adj" fmla="val 3121"/>
            </a:avLst>
          </a:prstGeom>
          <a:solidFill>
            <a:srgbClr val="2B2338"/>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8" name="Shape 5"/>
          <p:cNvSpPr/>
          <p:nvPr/>
        </p:nvSpPr>
        <p:spPr>
          <a:xfrm>
            <a:off x="8127797" y="1874520"/>
            <a:ext cx="3515258" cy="4206240"/>
          </a:xfrm>
          <a:prstGeom prst="roundRect">
            <a:avLst>
              <a:gd name="adj" fmla="val 3121"/>
            </a:avLst>
          </a:prstGeom>
          <a:solidFill>
            <a:srgbClr val="2B2338">
              <a:alpha val="0"/>
            </a:srgbClr>
          </a:solidFill>
          <a:ln w="19050">
            <a:solidFill>
              <a:srgbClr val="C9A44C"/>
            </a:solidFill>
            <a:prstDash val="solid"/>
          </a:ln>
        </p:spPr>
      </p:sp>
      <p:sp>
        <p:nvSpPr>
          <p:cNvPr id="9" name="badge"/>
          <p:cNvSpPr/>
          <p:nvPr/>
        </p:nvSpPr>
        <p:spPr>
          <a:xfrm>
            <a:off x="9473946" y="2240280"/>
            <a:ext cx="822960" cy="822960"/>
          </a:xfrm>
          <a:prstGeom prst="ellipse">
            <a:avLst/>
          </a:prstGeom>
          <a:solidFill>
            <a:srgbClr val="C9A44C"/>
          </a:solidFill>
          <a:ln w="12700">
            <a:solidFill>
              <a:srgbClr val="C9A44C"/>
            </a:solidFill>
            <a:prstDash val="solid"/>
          </a:ln>
        </p:spPr>
      </p:sp>
      <p:pic>
        <p:nvPicPr>
          <p:cNvPr id="10" name="Image 1" descr="preencoded.png">    </p:cNvPr>
          <p:cNvPicPr>
            <a:picLocks noChangeAspect="1"/>
          </p:cNvPicPr>
          <p:nvPr/>
        </p:nvPicPr>
        <p:blipFill>
          <a:blip r:embed="rId2"/>
          <a:stretch>
            <a:fillRect/>
          </a:stretch>
        </p:blipFill>
        <p:spPr>
          <a:xfrm>
            <a:off x="9696145" y="2462479"/>
            <a:ext cx="378562" cy="378562"/>
          </a:xfrm>
          <a:prstGeom prst="rect">
            <a:avLst/>
          </a:prstGeom>
        </p:spPr>
      </p:pic>
      <p:sp>
        <p:nvSpPr>
          <p:cNvPr id="11" name="Text 7"/>
          <p:cNvSpPr txBox="1"/>
          <p:nvPr/>
        </p:nvSpPr>
        <p:spPr>
          <a:xfrm>
            <a:off x="8356397" y="3246120"/>
            <a:ext cx="3058058" cy="548640"/>
          </a:xfrm>
          <a:prstGeom prst="rect">
            <a:avLst/>
          </a:prstGeom>
          <a:noFill/>
          <a:ln/>
        </p:spPr>
        <p:txBody>
          <a:bodyPr wrap="square" lIns="0" tIns="0" rIns="0" bIns="0" rtlCol="0" anchor="ctr"/>
          <a:lstStyle/>
          <a:p>
            <a:pPr rtl="1" algn="ctr" indent="0" marL="0">
              <a:buNone/>
            </a:pPr>
            <a:r>
              <a:rPr lang="ar-MA" altLang="en-US" sz="2400" b="1" dirty="0">
                <a:solidFill>
                  <a:srgbClr val="C9A44C"/>
                </a:solidFill>
                <a:latin typeface="Arial" pitchFamily="34" charset="0"/>
                <a:ea typeface="Arial" pitchFamily="34" charset="-122"/>
                <a:cs typeface="Arial" pitchFamily="34" charset="-120"/>
              </a:rPr>
              <a:t>أعضاء عاملون</a:t>
            </a:r>
            <a:endParaRPr lang="ar-MA" sz="2400" dirty="0"/>
          </a:p>
        </p:txBody>
      </p:sp>
      <p:sp>
        <p:nvSpPr>
          <p:cNvPr id="12" name="Text 8"/>
          <p:cNvSpPr txBox="1"/>
          <p:nvPr/>
        </p:nvSpPr>
        <p:spPr>
          <a:xfrm>
            <a:off x="8402117" y="3886200"/>
            <a:ext cx="2966618" cy="1280160"/>
          </a:xfrm>
          <a:prstGeom prst="rect">
            <a:avLst/>
          </a:prstGeom>
          <a:noFill/>
          <a:ln/>
        </p:spPr>
        <p:txBody>
          <a:bodyPr wrap="square" lIns="0" tIns="0" rIns="0" bIns="0" rtlCol="0" anchor="t"/>
          <a:lstStyle/>
          <a:p>
            <a:pPr rtl="1" algn="ctr" indent="0" marL="0">
              <a:buNone/>
            </a:pPr>
            <a:r>
              <a:rPr lang="ar-MA" altLang="en-US" sz="1600" dirty="0">
                <a:solidFill>
                  <a:srgbClr val="B4ABC0"/>
                </a:solidFill>
                <a:latin typeface="Arial" pitchFamily="34" charset="0"/>
                <a:ea typeface="Arial" pitchFamily="34" charset="-122"/>
                <a:cs typeface="Arial" pitchFamily="34" charset="-120"/>
              </a:rPr>
              <a:t>الممارسون الفعليون للمهنة والمنخرطون بصفة منتظمة.</a:t>
            </a:r>
            <a:endParaRPr lang="ar-MA" sz="1600" dirty="0"/>
          </a:p>
        </p:txBody>
      </p:sp>
      <p:sp>
        <p:nvSpPr>
          <p:cNvPr id="13" name="Shape 9"/>
          <p:cNvSpPr/>
          <p:nvPr/>
        </p:nvSpPr>
        <p:spPr>
          <a:xfrm>
            <a:off x="8402117" y="5120640"/>
            <a:ext cx="2966618" cy="731520"/>
          </a:xfrm>
          <a:prstGeom prst="roundRect">
            <a:avLst>
              <a:gd name="adj" fmla="val 12500"/>
            </a:avLst>
          </a:prstGeom>
          <a:solidFill>
            <a:srgbClr val="C9A44C"/>
          </a:solidFill>
          <a:ln w="12700">
            <a:solidFill>
              <a:srgbClr val="C9A44C"/>
            </a:solidFill>
            <a:prstDash val="solid"/>
          </a:ln>
        </p:spPr>
      </p:sp>
      <p:sp>
        <p:nvSpPr>
          <p:cNvPr id="14" name="Text 10"/>
          <p:cNvSpPr txBox="1"/>
          <p:nvPr/>
        </p:nvSpPr>
        <p:spPr>
          <a:xfrm>
            <a:off x="8493557" y="5120640"/>
            <a:ext cx="2783738" cy="731520"/>
          </a:xfrm>
          <a:prstGeom prst="rect">
            <a:avLst/>
          </a:prstGeom>
          <a:noFill/>
          <a:ln/>
        </p:spPr>
        <p:txBody>
          <a:bodyPr wrap="square" lIns="0" tIns="0" rIns="0" bIns="0" rtlCol="0" anchor="ctr"/>
          <a:lstStyle/>
          <a:p>
            <a:pPr rtl="1" algn="ctr" indent="0" marL="0">
              <a:buNone/>
            </a:pPr>
            <a:r>
              <a:rPr lang="ar-MA" altLang="en-US" sz="1300" b="1" dirty="0">
                <a:solidFill>
                  <a:srgbClr val="15111D"/>
                </a:solidFill>
                <a:latin typeface="Arial" pitchFamily="34" charset="0"/>
                <a:ea typeface="Arial" pitchFamily="34" charset="-122"/>
                <a:cs typeface="Arial" pitchFamily="34" charset="-120"/>
              </a:rPr>
              <a:t>الفئة الوحيدة التي يحق لها التصويت والترشح لهياكل الجمعية</a:t>
            </a:r>
            <a:endParaRPr lang="ar-MA" sz="1300" dirty="0"/>
          </a:p>
        </p:txBody>
      </p:sp>
      <p:sp>
        <p:nvSpPr>
          <p:cNvPr id="15" name="card"/>
          <p:cNvSpPr/>
          <p:nvPr/>
        </p:nvSpPr>
        <p:spPr>
          <a:xfrm>
            <a:off x="4338218" y="1874520"/>
            <a:ext cx="3515258" cy="4206240"/>
          </a:xfrm>
          <a:prstGeom prst="roundRect">
            <a:avLst>
              <a:gd name="adj" fmla="val 3121"/>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6" name="badge"/>
          <p:cNvSpPr/>
          <p:nvPr/>
        </p:nvSpPr>
        <p:spPr>
          <a:xfrm>
            <a:off x="5684368" y="2240280"/>
            <a:ext cx="822960" cy="822960"/>
          </a:xfrm>
          <a:prstGeom prst="ellipse">
            <a:avLst/>
          </a:prstGeom>
          <a:solidFill>
            <a:srgbClr val="15111D"/>
          </a:solidFill>
          <a:ln w="12700">
            <a:solidFill>
              <a:srgbClr val="C9A44C"/>
            </a:solidFill>
            <a:prstDash val="solid"/>
          </a:ln>
        </p:spPr>
      </p:sp>
      <p:pic>
        <p:nvPicPr>
          <p:cNvPr id="17" name="Image 2" descr="preencoded.png">    </p:cNvPr>
          <p:cNvPicPr>
            <a:picLocks noChangeAspect="1"/>
          </p:cNvPicPr>
          <p:nvPr/>
        </p:nvPicPr>
        <p:blipFill>
          <a:blip r:embed="rId3"/>
          <a:stretch>
            <a:fillRect/>
          </a:stretch>
        </p:blipFill>
        <p:spPr>
          <a:xfrm>
            <a:off x="5906567" y="2462479"/>
            <a:ext cx="378562" cy="378562"/>
          </a:xfrm>
          <a:prstGeom prst="rect">
            <a:avLst/>
          </a:prstGeom>
        </p:spPr>
      </p:pic>
      <p:sp>
        <p:nvSpPr>
          <p:cNvPr id="18" name="Text 13"/>
          <p:cNvSpPr txBox="1"/>
          <p:nvPr/>
        </p:nvSpPr>
        <p:spPr>
          <a:xfrm>
            <a:off x="4566818" y="3246120"/>
            <a:ext cx="3058058" cy="548640"/>
          </a:xfrm>
          <a:prstGeom prst="rect">
            <a:avLst/>
          </a:prstGeom>
          <a:noFill/>
          <a:ln/>
        </p:spPr>
        <p:txBody>
          <a:bodyPr wrap="square" lIns="0" tIns="0" rIns="0" bIns="0" rtlCol="0" anchor="ctr"/>
          <a:lstStyle/>
          <a:p>
            <a:pPr rtl="1" algn="ctr" indent="0" marL="0">
              <a:buNone/>
            </a:pPr>
            <a:r>
              <a:rPr lang="ar-MA" altLang="en-US" sz="2400" b="1" dirty="0">
                <a:solidFill>
                  <a:srgbClr val="F4EFE6"/>
                </a:solidFill>
                <a:latin typeface="Arial" pitchFamily="34" charset="0"/>
                <a:ea typeface="Arial" pitchFamily="34" charset="-122"/>
                <a:cs typeface="Arial" pitchFamily="34" charset="-120"/>
              </a:rPr>
              <a:t>أعضاء مُحتضَنون</a:t>
            </a:r>
            <a:endParaRPr lang="ar-MA" sz="2400" dirty="0"/>
          </a:p>
        </p:txBody>
      </p:sp>
      <p:sp>
        <p:nvSpPr>
          <p:cNvPr id="19" name="Text 14"/>
          <p:cNvSpPr txBox="1"/>
          <p:nvPr/>
        </p:nvSpPr>
        <p:spPr>
          <a:xfrm>
            <a:off x="4612538" y="3886200"/>
            <a:ext cx="2966618" cy="1280160"/>
          </a:xfrm>
          <a:prstGeom prst="rect">
            <a:avLst/>
          </a:prstGeom>
          <a:noFill/>
          <a:ln/>
        </p:spPr>
        <p:txBody>
          <a:bodyPr wrap="square" lIns="0" tIns="0" rIns="0" bIns="0" rtlCol="0" anchor="t"/>
          <a:lstStyle/>
          <a:p>
            <a:pPr rtl="1" algn="ctr" indent="0" marL="0">
              <a:buNone/>
            </a:pPr>
            <a:r>
              <a:rPr lang="ar-MA" altLang="en-US" sz="1600" dirty="0">
                <a:solidFill>
                  <a:srgbClr val="B4ABC0"/>
                </a:solidFill>
                <a:latin typeface="Arial" pitchFamily="34" charset="0"/>
                <a:ea typeface="Arial" pitchFamily="34" charset="-122"/>
                <a:cs typeface="Arial" pitchFamily="34" charset="-120"/>
              </a:rPr>
              <a:t>طلبة المعاهد والكليات المتخصصة في الفنون الدرامية، شريطة التخصص في مهنة التمثيل، وهواة المسرح.</a:t>
            </a:r>
            <a:endParaRPr lang="ar-MA" sz="1600" dirty="0"/>
          </a:p>
        </p:txBody>
      </p:sp>
      <p:sp>
        <p:nvSpPr>
          <p:cNvPr id="20" name="card"/>
          <p:cNvSpPr/>
          <p:nvPr/>
        </p:nvSpPr>
        <p:spPr>
          <a:xfrm>
            <a:off x="548640" y="1874520"/>
            <a:ext cx="3515258" cy="4206240"/>
          </a:xfrm>
          <a:prstGeom prst="roundRect">
            <a:avLst>
              <a:gd name="adj" fmla="val 3121"/>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21" name="badge"/>
          <p:cNvSpPr/>
          <p:nvPr/>
        </p:nvSpPr>
        <p:spPr>
          <a:xfrm>
            <a:off x="1894789" y="2240280"/>
            <a:ext cx="822960" cy="822960"/>
          </a:xfrm>
          <a:prstGeom prst="ellipse">
            <a:avLst/>
          </a:prstGeom>
          <a:solidFill>
            <a:srgbClr val="15111D"/>
          </a:solidFill>
          <a:ln w="12700">
            <a:solidFill>
              <a:srgbClr val="C9A44C"/>
            </a:solidFill>
            <a:prstDash val="solid"/>
          </a:ln>
        </p:spPr>
      </p:sp>
      <p:pic>
        <p:nvPicPr>
          <p:cNvPr id="22" name="Image 3" descr="preencoded.png">    </p:cNvPr>
          <p:cNvPicPr>
            <a:picLocks noChangeAspect="1"/>
          </p:cNvPicPr>
          <p:nvPr/>
        </p:nvPicPr>
        <p:blipFill>
          <a:blip r:embed="rId4"/>
          <a:stretch>
            <a:fillRect/>
          </a:stretch>
        </p:blipFill>
        <p:spPr>
          <a:xfrm>
            <a:off x="2116988" y="2462479"/>
            <a:ext cx="378562" cy="378562"/>
          </a:xfrm>
          <a:prstGeom prst="rect">
            <a:avLst/>
          </a:prstGeom>
        </p:spPr>
      </p:pic>
      <p:sp>
        <p:nvSpPr>
          <p:cNvPr id="23" name="Text 17"/>
          <p:cNvSpPr txBox="1"/>
          <p:nvPr/>
        </p:nvSpPr>
        <p:spPr>
          <a:xfrm>
            <a:off x="777240" y="3246120"/>
            <a:ext cx="3058058" cy="548640"/>
          </a:xfrm>
          <a:prstGeom prst="rect">
            <a:avLst/>
          </a:prstGeom>
          <a:noFill/>
          <a:ln/>
        </p:spPr>
        <p:txBody>
          <a:bodyPr wrap="square" lIns="0" tIns="0" rIns="0" bIns="0" rtlCol="0" anchor="ctr"/>
          <a:lstStyle/>
          <a:p>
            <a:pPr rtl="1" algn="ctr" indent="0" marL="0">
              <a:buNone/>
            </a:pPr>
            <a:r>
              <a:rPr lang="ar-MA" altLang="en-US" sz="2400" b="1" dirty="0">
                <a:solidFill>
                  <a:srgbClr val="F4EFE6"/>
                </a:solidFill>
                <a:latin typeface="Arial" pitchFamily="34" charset="0"/>
                <a:ea typeface="Arial" pitchFamily="34" charset="-122"/>
                <a:cs typeface="Arial" pitchFamily="34" charset="-120"/>
              </a:rPr>
              <a:t>أعضاء شرفيون</a:t>
            </a:r>
            <a:endParaRPr lang="ar-MA" sz="2400" dirty="0"/>
          </a:p>
        </p:txBody>
      </p:sp>
      <p:sp>
        <p:nvSpPr>
          <p:cNvPr id="24" name="Text 18"/>
          <p:cNvSpPr txBox="1"/>
          <p:nvPr/>
        </p:nvSpPr>
        <p:spPr>
          <a:xfrm>
            <a:off x="822960" y="3886200"/>
            <a:ext cx="2966618" cy="1280160"/>
          </a:xfrm>
          <a:prstGeom prst="rect">
            <a:avLst/>
          </a:prstGeom>
          <a:noFill/>
          <a:ln/>
        </p:spPr>
        <p:txBody>
          <a:bodyPr wrap="square" lIns="0" tIns="0" rIns="0" bIns="0" rtlCol="0" anchor="t"/>
          <a:lstStyle/>
          <a:p>
            <a:pPr rtl="1" algn="ctr" indent="0" marL="0">
              <a:buNone/>
            </a:pPr>
            <a:r>
              <a:rPr lang="ar-MA" altLang="en-US" sz="1600" dirty="0">
                <a:solidFill>
                  <a:srgbClr val="B4ABC0"/>
                </a:solidFill>
                <a:latin typeface="Arial" pitchFamily="34" charset="0"/>
                <a:ea typeface="Arial" pitchFamily="34" charset="-122"/>
                <a:cs typeface="Arial" pitchFamily="34" charset="-120"/>
              </a:rPr>
              <a:t>شخصيات قدمت خدمات جليلة للجمعية.</a:t>
            </a:r>
            <a:endParaRPr lang="ar-MA"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A44C"/>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182880"/>
            <a:ext cx="2743200" cy="1371600"/>
          </a:xfrm>
          <a:prstGeom prst="rect">
            <a:avLst/>
          </a:prstGeom>
          <a:noFill/>
          <a:ln/>
        </p:spPr>
        <p:txBody>
          <a:bodyPr wrap="square" lIns="0" tIns="0" rIns="0" bIns="0" rtlCol="0" anchor="t"/>
          <a:lstStyle/>
          <a:p>
            <a:pPr algn="l" indent="0" marL="0">
              <a:buNone/>
            </a:pPr>
            <a:r>
              <a:rPr lang="ar-MA" altLang="en-US" sz="9600" b="1" dirty="0">
                <a:solidFill>
                  <a:srgbClr val="201A2A"/>
                </a:solidFill>
                <a:latin typeface="Arial" pitchFamily="34" charset="0"/>
                <a:ea typeface="Arial" pitchFamily="34" charset="-122"/>
                <a:cs typeface="Arial" pitchFamily="34" charset="-120"/>
              </a:rPr>
              <a:t>08</a:t>
            </a:r>
            <a:endParaRPr lang="ar-MA" sz="9600" dirty="0"/>
          </a:p>
        </p:txBody>
      </p:sp>
      <p:sp>
        <p:nvSpPr>
          <p:cNvPr id="3" name="badge"/>
          <p:cNvSpPr/>
          <p:nvPr/>
        </p:nvSpPr>
        <p:spPr>
          <a:xfrm>
            <a:off x="10984687" y="566928"/>
            <a:ext cx="658368" cy="658368"/>
          </a:xfrm>
          <a:prstGeom prst="ellipse">
            <a:avLst/>
          </a:prstGeom>
          <a:solidFill>
            <a:srgbClr val="C9A44C"/>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1162447" y="744687"/>
            <a:ext cx="302849" cy="302849"/>
          </a:xfrm>
          <a:prstGeom prst="rect">
            <a:avLst/>
          </a:prstGeom>
        </p:spPr>
      </p:pic>
      <p:sp>
        <p:nvSpPr>
          <p:cNvPr id="5" name="Text 2"/>
          <p:cNvSpPr txBox="1"/>
          <p:nvPr/>
        </p:nvSpPr>
        <p:spPr>
          <a:xfrm>
            <a:off x="548640" y="457200"/>
            <a:ext cx="10225735" cy="365760"/>
          </a:xfrm>
          <a:prstGeom prst="rect">
            <a:avLst/>
          </a:prstGeom>
          <a:noFill/>
          <a:ln/>
        </p:spPr>
        <p:txBody>
          <a:bodyPr wrap="square" lIns="0" tIns="0" rIns="0" bIns="0" rtlCol="0" anchor="t"/>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الفصل الثامن</a:t>
            </a:r>
            <a:endParaRPr lang="ar-MA" sz="1600" dirty="0"/>
          </a:p>
        </p:txBody>
      </p:sp>
      <p:sp>
        <p:nvSpPr>
          <p:cNvPr id="6" name="Text 3"/>
          <p:cNvSpPr txBox="1"/>
          <p:nvPr/>
        </p:nvSpPr>
        <p:spPr>
          <a:xfrm>
            <a:off x="548640" y="786384"/>
            <a:ext cx="10225735" cy="731520"/>
          </a:xfrm>
          <a:prstGeom prst="rect">
            <a:avLst/>
          </a:prstGeom>
          <a:noFill/>
          <a:ln/>
        </p:spPr>
        <p:txBody>
          <a:bodyPr wrap="square" lIns="0" tIns="0" rIns="0" bIns="0" rtlCol="0" anchor="ctr"/>
          <a:lstStyle/>
          <a:p>
            <a:pPr rtl="1" algn="r" indent="0" marL="0">
              <a:buNone/>
            </a:pPr>
            <a:r>
              <a:rPr lang="ar-MA" altLang="en-US" sz="3600" b="1" dirty="0">
                <a:solidFill>
                  <a:srgbClr val="F4EFE6"/>
                </a:solidFill>
                <a:latin typeface="Arial" pitchFamily="34" charset="0"/>
                <a:ea typeface="Arial" pitchFamily="34" charset="-122"/>
                <a:cs typeface="Arial" pitchFamily="34" charset="-120"/>
              </a:rPr>
              <a:t>فقدان العضوية</a:t>
            </a:r>
            <a:endParaRPr lang="ar-MA" sz="3600" dirty="0"/>
          </a:p>
        </p:txBody>
      </p:sp>
      <p:sp>
        <p:nvSpPr>
          <p:cNvPr id="7" name="Text 4"/>
          <p:cNvSpPr txBox="1"/>
          <p:nvPr/>
        </p:nvSpPr>
        <p:spPr>
          <a:xfrm>
            <a:off x="548640" y="1645920"/>
            <a:ext cx="11094415" cy="365760"/>
          </a:xfrm>
          <a:prstGeom prst="rect">
            <a:avLst/>
          </a:prstGeom>
          <a:noFill/>
          <a:ln/>
        </p:spPr>
        <p:txBody>
          <a:bodyPr wrap="square" lIns="0" tIns="0" rIns="0" bIns="0" rtlCol="0" anchor="t"/>
          <a:lstStyle/>
          <a:p>
            <a:pPr rtl="1" algn="r" indent="0" marL="0">
              <a:buNone/>
            </a:pPr>
            <a:r>
              <a:rPr lang="ar-MA" altLang="en-US" sz="1600" dirty="0">
                <a:solidFill>
                  <a:srgbClr val="B4ABC0"/>
                </a:solidFill>
                <a:latin typeface="Arial" pitchFamily="34" charset="0"/>
                <a:ea typeface="Arial" pitchFamily="34" charset="-122"/>
                <a:cs typeface="Arial" pitchFamily="34" charset="-120"/>
              </a:rPr>
              <a:t>تفقد العضوية في الحالات التالية:</a:t>
            </a:r>
            <a:endParaRPr lang="ar-MA" sz="1600" dirty="0"/>
          </a:p>
        </p:txBody>
      </p:sp>
      <p:sp>
        <p:nvSpPr>
          <p:cNvPr id="8" name="card"/>
          <p:cNvSpPr/>
          <p:nvPr/>
        </p:nvSpPr>
        <p:spPr>
          <a:xfrm>
            <a:off x="9585107" y="2194560"/>
            <a:ext cx="2057949" cy="2651760"/>
          </a:xfrm>
          <a:prstGeom prst="roundRect">
            <a:avLst>
              <a:gd name="adj" fmla="val 5332"/>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9" name="badge"/>
          <p:cNvSpPr/>
          <p:nvPr/>
        </p:nvSpPr>
        <p:spPr>
          <a:xfrm>
            <a:off x="10248321" y="2560320"/>
            <a:ext cx="731520" cy="731520"/>
          </a:xfrm>
          <a:prstGeom prst="ellipse">
            <a:avLst/>
          </a:prstGeom>
          <a:solidFill>
            <a:srgbClr val="C9A44C"/>
          </a:solidFill>
          <a:ln w="12700">
            <a:solidFill>
              <a:srgbClr val="C9A44C"/>
            </a:solidFill>
            <a:prstDash val="solid"/>
          </a:ln>
        </p:spPr>
      </p:sp>
      <p:pic>
        <p:nvPicPr>
          <p:cNvPr id="10" name="Image 1" descr="preencoded.png">    </p:cNvPr>
          <p:cNvPicPr>
            <a:picLocks noChangeAspect="1"/>
          </p:cNvPicPr>
          <p:nvPr/>
        </p:nvPicPr>
        <p:blipFill>
          <a:blip r:embed="rId2"/>
          <a:stretch>
            <a:fillRect/>
          </a:stretch>
        </p:blipFill>
        <p:spPr>
          <a:xfrm>
            <a:off x="10445831" y="2757830"/>
            <a:ext cx="336499" cy="336499"/>
          </a:xfrm>
          <a:prstGeom prst="rect">
            <a:avLst/>
          </a:prstGeom>
        </p:spPr>
      </p:pic>
      <p:sp>
        <p:nvSpPr>
          <p:cNvPr id="11" name="Text 7"/>
          <p:cNvSpPr txBox="1"/>
          <p:nvPr/>
        </p:nvSpPr>
        <p:spPr>
          <a:xfrm>
            <a:off x="9767987" y="3474720"/>
            <a:ext cx="1692189" cy="1188720"/>
          </a:xfrm>
          <a:prstGeom prst="rect">
            <a:avLst/>
          </a:prstGeom>
          <a:noFill/>
          <a:ln/>
        </p:spPr>
        <p:txBody>
          <a:bodyPr wrap="square" lIns="0" tIns="0" rIns="0" bIns="0" rtlCol="0" anchor="t"/>
          <a:lstStyle/>
          <a:p>
            <a:pPr rtl="1" algn="ctr" indent="0" marL="0">
              <a:buNone/>
            </a:pPr>
            <a:r>
              <a:rPr lang="ar-MA" altLang="en-US" sz="1600" b="1" dirty="0">
                <a:solidFill>
                  <a:srgbClr val="F4EFE6"/>
                </a:solidFill>
                <a:latin typeface="Arial" pitchFamily="34" charset="0"/>
                <a:ea typeface="Arial" pitchFamily="34" charset="-122"/>
                <a:cs typeface="Arial" pitchFamily="34" charset="-120"/>
              </a:rPr>
              <a:t>الاستقالة</a:t>
            </a:r>
            <a:endParaRPr lang="ar-MA" sz="1600" dirty="0"/>
          </a:p>
        </p:txBody>
      </p:sp>
      <p:sp>
        <p:nvSpPr>
          <p:cNvPr id="12" name="card"/>
          <p:cNvSpPr/>
          <p:nvPr/>
        </p:nvSpPr>
        <p:spPr>
          <a:xfrm>
            <a:off x="7325990" y="2194560"/>
            <a:ext cx="2057949" cy="2651760"/>
          </a:xfrm>
          <a:prstGeom prst="roundRect">
            <a:avLst>
              <a:gd name="adj" fmla="val 5332"/>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3" name="badge"/>
          <p:cNvSpPr/>
          <p:nvPr/>
        </p:nvSpPr>
        <p:spPr>
          <a:xfrm>
            <a:off x="7989204" y="2560320"/>
            <a:ext cx="731520" cy="731520"/>
          </a:xfrm>
          <a:prstGeom prst="ellipse">
            <a:avLst/>
          </a:prstGeom>
          <a:solidFill>
            <a:srgbClr val="C9A44C"/>
          </a:solidFill>
          <a:ln w="12700">
            <a:solidFill>
              <a:srgbClr val="C9A44C"/>
            </a:solidFill>
            <a:prstDash val="solid"/>
          </a:ln>
        </p:spPr>
      </p:sp>
      <p:pic>
        <p:nvPicPr>
          <p:cNvPr id="14" name="Image 2" descr="preencoded.png">    </p:cNvPr>
          <p:cNvPicPr>
            <a:picLocks noChangeAspect="1"/>
          </p:cNvPicPr>
          <p:nvPr/>
        </p:nvPicPr>
        <p:blipFill>
          <a:blip r:embed="rId3"/>
          <a:stretch>
            <a:fillRect/>
          </a:stretch>
        </p:blipFill>
        <p:spPr>
          <a:xfrm>
            <a:off x="8186715" y="2757830"/>
            <a:ext cx="336499" cy="336499"/>
          </a:xfrm>
          <a:prstGeom prst="rect">
            <a:avLst/>
          </a:prstGeom>
        </p:spPr>
      </p:pic>
      <p:sp>
        <p:nvSpPr>
          <p:cNvPr id="15" name="Text 10"/>
          <p:cNvSpPr txBox="1"/>
          <p:nvPr/>
        </p:nvSpPr>
        <p:spPr>
          <a:xfrm>
            <a:off x="7508870" y="3474720"/>
            <a:ext cx="1692189" cy="1188720"/>
          </a:xfrm>
          <a:prstGeom prst="rect">
            <a:avLst/>
          </a:prstGeom>
          <a:noFill/>
          <a:ln/>
        </p:spPr>
        <p:txBody>
          <a:bodyPr wrap="square" lIns="0" tIns="0" rIns="0" bIns="0" rtlCol="0" anchor="t"/>
          <a:lstStyle/>
          <a:p>
            <a:pPr rtl="1" algn="ctr" indent="0" marL="0">
              <a:buNone/>
            </a:pPr>
            <a:r>
              <a:rPr lang="ar-MA" altLang="en-US" sz="1600" b="1" dirty="0">
                <a:solidFill>
                  <a:srgbClr val="F4EFE6"/>
                </a:solidFill>
                <a:latin typeface="Arial" pitchFamily="34" charset="0"/>
                <a:ea typeface="Arial" pitchFamily="34" charset="-122"/>
                <a:cs typeface="Arial" pitchFamily="34" charset="-120"/>
              </a:rPr>
              <a:t>الإقالة بسبب إخلال جسيم بالقوانين المنظمة للجمعية</a:t>
            </a:r>
            <a:endParaRPr lang="ar-MA" sz="1600" dirty="0"/>
          </a:p>
        </p:txBody>
      </p:sp>
      <p:sp>
        <p:nvSpPr>
          <p:cNvPr id="16" name="card"/>
          <p:cNvSpPr/>
          <p:nvPr/>
        </p:nvSpPr>
        <p:spPr>
          <a:xfrm>
            <a:off x="5066873" y="2194560"/>
            <a:ext cx="2057949" cy="2651760"/>
          </a:xfrm>
          <a:prstGeom prst="roundRect">
            <a:avLst>
              <a:gd name="adj" fmla="val 5332"/>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7" name="badge"/>
          <p:cNvSpPr/>
          <p:nvPr/>
        </p:nvSpPr>
        <p:spPr>
          <a:xfrm>
            <a:off x="5730088" y="2560320"/>
            <a:ext cx="731520" cy="731520"/>
          </a:xfrm>
          <a:prstGeom prst="ellipse">
            <a:avLst/>
          </a:prstGeom>
          <a:solidFill>
            <a:srgbClr val="C9A44C"/>
          </a:solidFill>
          <a:ln w="12700">
            <a:solidFill>
              <a:srgbClr val="C9A44C"/>
            </a:solidFill>
            <a:prstDash val="solid"/>
          </a:ln>
        </p:spPr>
      </p:sp>
      <p:pic>
        <p:nvPicPr>
          <p:cNvPr id="18" name="Image 3" descr="preencoded.png">    </p:cNvPr>
          <p:cNvPicPr>
            <a:picLocks noChangeAspect="1"/>
          </p:cNvPicPr>
          <p:nvPr/>
        </p:nvPicPr>
        <p:blipFill>
          <a:blip r:embed="rId4"/>
          <a:stretch>
            <a:fillRect/>
          </a:stretch>
        </p:blipFill>
        <p:spPr>
          <a:xfrm>
            <a:off x="5927598" y="2757830"/>
            <a:ext cx="336499" cy="336499"/>
          </a:xfrm>
          <a:prstGeom prst="rect">
            <a:avLst/>
          </a:prstGeom>
        </p:spPr>
      </p:pic>
      <p:sp>
        <p:nvSpPr>
          <p:cNvPr id="19" name="Text 13"/>
          <p:cNvSpPr txBox="1"/>
          <p:nvPr/>
        </p:nvSpPr>
        <p:spPr>
          <a:xfrm>
            <a:off x="5249753" y="3474720"/>
            <a:ext cx="1692189" cy="1188720"/>
          </a:xfrm>
          <a:prstGeom prst="rect">
            <a:avLst/>
          </a:prstGeom>
          <a:noFill/>
          <a:ln/>
        </p:spPr>
        <p:txBody>
          <a:bodyPr wrap="square" lIns="0" tIns="0" rIns="0" bIns="0" rtlCol="0" anchor="t"/>
          <a:lstStyle/>
          <a:p>
            <a:pPr rtl="1" algn="ctr" indent="0" marL="0">
              <a:buNone/>
            </a:pPr>
            <a:r>
              <a:rPr lang="ar-MA" altLang="en-US" sz="1600" b="1" dirty="0">
                <a:solidFill>
                  <a:srgbClr val="F4EFE6"/>
                </a:solidFill>
                <a:latin typeface="Arial" pitchFamily="34" charset="0"/>
                <a:ea typeface="Arial" pitchFamily="34" charset="-122"/>
                <a:cs typeface="Arial" pitchFamily="34" charset="-120"/>
              </a:rPr>
              <a:t>عدم أداء الانخراط لمدة سنة تامة</a:t>
            </a:r>
            <a:endParaRPr lang="ar-MA" sz="1600" dirty="0"/>
          </a:p>
        </p:txBody>
      </p:sp>
      <p:sp>
        <p:nvSpPr>
          <p:cNvPr id="20" name="card"/>
          <p:cNvSpPr/>
          <p:nvPr/>
        </p:nvSpPr>
        <p:spPr>
          <a:xfrm>
            <a:off x="2807757" y="2194560"/>
            <a:ext cx="2057949" cy="2651760"/>
          </a:xfrm>
          <a:prstGeom prst="roundRect">
            <a:avLst>
              <a:gd name="adj" fmla="val 5332"/>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21" name="badge"/>
          <p:cNvSpPr/>
          <p:nvPr/>
        </p:nvSpPr>
        <p:spPr>
          <a:xfrm>
            <a:off x="3470971" y="2560320"/>
            <a:ext cx="731520" cy="731520"/>
          </a:xfrm>
          <a:prstGeom prst="ellipse">
            <a:avLst/>
          </a:prstGeom>
          <a:solidFill>
            <a:srgbClr val="C9A44C"/>
          </a:solidFill>
          <a:ln w="12700">
            <a:solidFill>
              <a:srgbClr val="C9A44C"/>
            </a:solidFill>
            <a:prstDash val="solid"/>
          </a:ln>
        </p:spPr>
      </p:sp>
      <p:pic>
        <p:nvPicPr>
          <p:cNvPr id="22" name="Image 4" descr="preencoded.png">    </p:cNvPr>
          <p:cNvPicPr>
            <a:picLocks noChangeAspect="1"/>
          </p:cNvPicPr>
          <p:nvPr/>
        </p:nvPicPr>
        <p:blipFill>
          <a:blip r:embed="rId5"/>
          <a:stretch>
            <a:fillRect/>
          </a:stretch>
        </p:blipFill>
        <p:spPr>
          <a:xfrm>
            <a:off x="3668481" y="2757830"/>
            <a:ext cx="336499" cy="336499"/>
          </a:xfrm>
          <a:prstGeom prst="rect">
            <a:avLst/>
          </a:prstGeom>
        </p:spPr>
      </p:pic>
      <p:sp>
        <p:nvSpPr>
          <p:cNvPr id="23" name="Text 16"/>
          <p:cNvSpPr txBox="1"/>
          <p:nvPr/>
        </p:nvSpPr>
        <p:spPr>
          <a:xfrm>
            <a:off x="2990637" y="3474720"/>
            <a:ext cx="1692189" cy="1188720"/>
          </a:xfrm>
          <a:prstGeom prst="rect">
            <a:avLst/>
          </a:prstGeom>
          <a:noFill/>
          <a:ln/>
        </p:spPr>
        <p:txBody>
          <a:bodyPr wrap="square" lIns="0" tIns="0" rIns="0" bIns="0" rtlCol="0" anchor="t"/>
          <a:lstStyle/>
          <a:p>
            <a:pPr rtl="1" algn="ctr" indent="0" marL="0">
              <a:buNone/>
            </a:pPr>
            <a:r>
              <a:rPr lang="ar-MA" altLang="en-US" sz="1600" b="1" dirty="0">
                <a:solidFill>
                  <a:srgbClr val="F4EFE6"/>
                </a:solidFill>
                <a:latin typeface="Arial" pitchFamily="34" charset="0"/>
                <a:ea typeface="Arial" pitchFamily="34" charset="-122"/>
                <a:cs typeface="Arial" pitchFamily="34" charset="-120"/>
              </a:rPr>
              <a:t>الوفاة</a:t>
            </a:r>
            <a:endParaRPr lang="ar-MA" sz="1600" dirty="0"/>
          </a:p>
        </p:txBody>
      </p:sp>
      <p:sp>
        <p:nvSpPr>
          <p:cNvPr id="24" name="card"/>
          <p:cNvSpPr/>
          <p:nvPr/>
        </p:nvSpPr>
        <p:spPr>
          <a:xfrm>
            <a:off x="548640" y="2194560"/>
            <a:ext cx="2057949" cy="2651760"/>
          </a:xfrm>
          <a:prstGeom prst="roundRect">
            <a:avLst>
              <a:gd name="adj" fmla="val 5332"/>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25" name="badge"/>
          <p:cNvSpPr/>
          <p:nvPr/>
        </p:nvSpPr>
        <p:spPr>
          <a:xfrm>
            <a:off x="1211854" y="2560320"/>
            <a:ext cx="731520" cy="731520"/>
          </a:xfrm>
          <a:prstGeom prst="ellipse">
            <a:avLst/>
          </a:prstGeom>
          <a:solidFill>
            <a:srgbClr val="C9A44C"/>
          </a:solidFill>
          <a:ln w="12700">
            <a:solidFill>
              <a:srgbClr val="C9A44C"/>
            </a:solidFill>
            <a:prstDash val="solid"/>
          </a:ln>
        </p:spPr>
      </p:sp>
      <p:pic>
        <p:nvPicPr>
          <p:cNvPr id="26" name="Image 5" descr="preencoded.png">    </p:cNvPr>
          <p:cNvPicPr>
            <a:picLocks noChangeAspect="1"/>
          </p:cNvPicPr>
          <p:nvPr/>
        </p:nvPicPr>
        <p:blipFill>
          <a:blip r:embed="rId6"/>
          <a:stretch>
            <a:fillRect/>
          </a:stretch>
        </p:blipFill>
        <p:spPr>
          <a:xfrm>
            <a:off x="1409365" y="2757830"/>
            <a:ext cx="336499" cy="336499"/>
          </a:xfrm>
          <a:prstGeom prst="rect">
            <a:avLst/>
          </a:prstGeom>
        </p:spPr>
      </p:pic>
      <p:sp>
        <p:nvSpPr>
          <p:cNvPr id="27" name="Text 19"/>
          <p:cNvSpPr txBox="1"/>
          <p:nvPr/>
        </p:nvSpPr>
        <p:spPr>
          <a:xfrm>
            <a:off x="731520" y="3474720"/>
            <a:ext cx="1692189" cy="1188720"/>
          </a:xfrm>
          <a:prstGeom prst="rect">
            <a:avLst/>
          </a:prstGeom>
          <a:noFill/>
          <a:ln/>
        </p:spPr>
        <p:txBody>
          <a:bodyPr wrap="square" lIns="0" tIns="0" rIns="0" bIns="0" rtlCol="0" anchor="t"/>
          <a:lstStyle/>
          <a:p>
            <a:pPr rtl="1" algn="ctr" indent="0" marL="0">
              <a:buNone/>
            </a:pPr>
            <a:r>
              <a:rPr lang="ar-MA" altLang="en-US" sz="1600" b="1" dirty="0">
                <a:solidFill>
                  <a:srgbClr val="F4EFE6"/>
                </a:solidFill>
                <a:latin typeface="Arial" pitchFamily="34" charset="0"/>
                <a:ea typeface="Arial" pitchFamily="34" charset="-122"/>
                <a:cs typeface="Arial" pitchFamily="34" charset="-120"/>
              </a:rPr>
              <a:t>أي سبب يتعارض مع ركائز الجمعية</a:t>
            </a:r>
            <a:endParaRPr lang="ar-MA" sz="1600" dirty="0"/>
          </a:p>
        </p:txBody>
      </p:sp>
      <p:sp>
        <p:nvSpPr>
          <p:cNvPr id="28" name="card"/>
          <p:cNvSpPr/>
          <p:nvPr/>
        </p:nvSpPr>
        <p:spPr>
          <a:xfrm>
            <a:off x="548640" y="5120640"/>
            <a:ext cx="11094415" cy="960120"/>
          </a:xfrm>
          <a:prstGeom prst="roundRect">
            <a:avLst>
              <a:gd name="adj" fmla="val 11429"/>
            </a:avLst>
          </a:prstGeom>
          <a:solidFill>
            <a:srgbClr val="2B2338"/>
          </a:solidFill>
          <a:ln w="9525">
            <a:solidFill>
              <a:srgbClr val="3A3049"/>
            </a:solidFill>
            <a:prstDash val="solid"/>
          </a:ln>
          <a:effectLst>
            <a:outerShdw sx="100000" sy="100000" kx="0" ky="0" algn="bl" rotWithShape="0" blurRad="127000" dist="38100" dir="5400000">
              <a:srgbClr val="000000">
                <a:alpha val="35000"/>
              </a:srgbClr>
            </a:outerShdw>
          </a:effectLst>
        </p:spPr>
      </p:sp>
      <p:pic>
        <p:nvPicPr>
          <p:cNvPr id="29" name="Image 6" descr="preencoded.png">    </p:cNvPr>
          <p:cNvPicPr>
            <a:picLocks noChangeAspect="1"/>
          </p:cNvPicPr>
          <p:nvPr/>
        </p:nvPicPr>
        <p:blipFill>
          <a:blip r:embed="rId7"/>
          <a:stretch>
            <a:fillRect/>
          </a:stretch>
        </p:blipFill>
        <p:spPr>
          <a:xfrm>
            <a:off x="10957255" y="5394960"/>
            <a:ext cx="411480" cy="411480"/>
          </a:xfrm>
          <a:prstGeom prst="rect">
            <a:avLst/>
          </a:prstGeom>
        </p:spPr>
      </p:pic>
      <p:sp>
        <p:nvSpPr>
          <p:cNvPr id="30" name="Text 21"/>
          <p:cNvSpPr txBox="1"/>
          <p:nvPr/>
        </p:nvSpPr>
        <p:spPr>
          <a:xfrm>
            <a:off x="914400" y="5120640"/>
            <a:ext cx="9814255" cy="960120"/>
          </a:xfrm>
          <a:prstGeom prst="rect">
            <a:avLst/>
          </a:prstGeom>
          <a:noFill/>
          <a:ln/>
        </p:spPr>
        <p:txBody>
          <a:bodyPr wrap="square" lIns="0" tIns="0" rIns="0" bIns="0" rtlCol="0" anchor="ctr"/>
          <a:lstStyle/>
          <a:p>
            <a:pPr rtl="1" algn="r" indent="0" marL="0">
              <a:buNone/>
            </a:pPr>
            <a:r>
              <a:rPr lang="ar-MA" altLang="en-US" sz="2000" b="1" dirty="0">
                <a:solidFill>
                  <a:srgbClr val="E2C987"/>
                </a:solidFill>
                <a:latin typeface="Arial" pitchFamily="34" charset="0"/>
                <a:ea typeface="Arial" pitchFamily="34" charset="-122"/>
                <a:cs typeface="Arial" pitchFamily="34" charset="-120"/>
              </a:rPr>
              <a:t>ويتم ذلك بقرار من المكتب التنفيذي المسير.</a:t>
            </a:r>
            <a:endParaRPr lang="ar-MA" sz="2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A44C"/>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274320" y="548640"/>
            <a:ext cx="5486400" cy="3657600"/>
          </a:xfrm>
          <a:prstGeom prst="rect">
            <a:avLst/>
          </a:prstGeom>
          <a:noFill/>
          <a:ln/>
        </p:spPr>
        <p:txBody>
          <a:bodyPr wrap="square" lIns="0" tIns="0" rIns="0" bIns="0" rtlCol="0" anchor="t"/>
          <a:lstStyle/>
          <a:p>
            <a:pPr algn="l" indent="0" marL="0">
              <a:buNone/>
            </a:pPr>
            <a:r>
              <a:rPr lang="ar-MA" altLang="en-US" sz="26000" b="1" dirty="0">
                <a:solidFill>
                  <a:srgbClr val="201A2A"/>
                </a:solidFill>
                <a:latin typeface="Arial" pitchFamily="34" charset="0"/>
                <a:ea typeface="Arial" pitchFamily="34" charset="-122"/>
                <a:cs typeface="Arial" pitchFamily="34" charset="-120"/>
              </a:rPr>
              <a:t>03</a:t>
            </a:r>
            <a:endParaRPr lang="ar-MA" sz="26000" dirty="0"/>
          </a:p>
        </p:txBody>
      </p:sp>
      <p:sp>
        <p:nvSpPr>
          <p:cNvPr id="3" name="badge"/>
          <p:cNvSpPr/>
          <p:nvPr/>
        </p:nvSpPr>
        <p:spPr>
          <a:xfrm>
            <a:off x="10728655" y="1600200"/>
            <a:ext cx="914400" cy="914400"/>
          </a:xfrm>
          <a:prstGeom prst="ellipse">
            <a:avLst/>
          </a:prstGeom>
          <a:solidFill>
            <a:srgbClr val="15111D"/>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0975543" y="1847088"/>
            <a:ext cx="420624" cy="420624"/>
          </a:xfrm>
          <a:prstGeom prst="rect">
            <a:avLst/>
          </a:prstGeom>
        </p:spPr>
      </p:pic>
      <p:sp>
        <p:nvSpPr>
          <p:cNvPr id="5" name="Text 2"/>
          <p:cNvSpPr txBox="1"/>
          <p:nvPr/>
        </p:nvSpPr>
        <p:spPr>
          <a:xfrm>
            <a:off x="548640" y="2697480"/>
            <a:ext cx="11094415" cy="502920"/>
          </a:xfrm>
          <a:prstGeom prst="rect">
            <a:avLst/>
          </a:prstGeom>
          <a:noFill/>
          <a:ln/>
        </p:spPr>
        <p:txBody>
          <a:bodyPr wrap="square" lIns="0" tIns="0" rIns="0" bIns="0" rtlCol="0" anchor="t"/>
          <a:lstStyle/>
          <a:p>
            <a:pPr rtl="1" algn="r" indent="0" marL="0">
              <a:buNone/>
            </a:pPr>
            <a:r>
              <a:rPr lang="ar-MA" altLang="en-US" sz="2200" b="1" dirty="0">
                <a:solidFill>
                  <a:srgbClr val="C9A44C"/>
                </a:solidFill>
                <a:latin typeface="Arial" pitchFamily="34" charset="0"/>
                <a:ea typeface="Arial" pitchFamily="34" charset="-122"/>
                <a:cs typeface="Arial" pitchFamily="34" charset="-120"/>
              </a:rPr>
              <a:t>الباب الثالث</a:t>
            </a:r>
            <a:endParaRPr lang="ar-MA" sz="2200" dirty="0"/>
          </a:p>
        </p:txBody>
      </p:sp>
      <p:sp>
        <p:nvSpPr>
          <p:cNvPr id="6" name="Text 3"/>
          <p:cNvSpPr txBox="1"/>
          <p:nvPr/>
        </p:nvSpPr>
        <p:spPr>
          <a:xfrm>
            <a:off x="548640" y="3200400"/>
            <a:ext cx="11094415" cy="1097280"/>
          </a:xfrm>
          <a:prstGeom prst="rect">
            <a:avLst/>
          </a:prstGeom>
          <a:noFill/>
          <a:ln/>
        </p:spPr>
        <p:txBody>
          <a:bodyPr wrap="square" lIns="0" tIns="0" rIns="0" bIns="0" rtlCol="0" anchor="ctr"/>
          <a:lstStyle/>
          <a:p>
            <a:pPr rtl="1" algn="r" indent="0" marL="0">
              <a:buNone/>
            </a:pPr>
            <a:r>
              <a:rPr lang="ar-MA" altLang="en-US" sz="4800" b="1" dirty="0">
                <a:solidFill>
                  <a:srgbClr val="F4EFE6"/>
                </a:solidFill>
                <a:latin typeface="Arial" pitchFamily="34" charset="0"/>
                <a:ea typeface="Arial" pitchFamily="34" charset="-122"/>
                <a:cs typeface="Arial" pitchFamily="34" charset="-120"/>
              </a:rPr>
              <a:t>الهيكلة الإدارية</a:t>
            </a:r>
            <a:endParaRPr lang="ar-MA" sz="4800" dirty="0"/>
          </a:p>
        </p:txBody>
      </p:sp>
      <p:sp>
        <p:nvSpPr>
          <p:cNvPr id="7" name="Text 4"/>
          <p:cNvSpPr txBox="1"/>
          <p:nvPr/>
        </p:nvSpPr>
        <p:spPr>
          <a:xfrm>
            <a:off x="548640" y="4434840"/>
            <a:ext cx="11094415" cy="457200"/>
          </a:xfrm>
          <a:prstGeom prst="rect">
            <a:avLst/>
          </a:prstGeom>
          <a:noFill/>
          <a:ln/>
        </p:spPr>
        <p:txBody>
          <a:bodyPr wrap="square" lIns="0" tIns="0" rIns="0" bIns="0" rtlCol="0" anchor="t"/>
          <a:lstStyle/>
          <a:p>
            <a:pPr rtl="1" algn="r" indent="0" marL="0">
              <a:buNone/>
            </a:pPr>
            <a:r>
              <a:rPr lang="ar-MA" altLang="en-US" sz="1600" dirty="0">
                <a:solidFill>
                  <a:srgbClr val="B4ABC0"/>
                </a:solidFill>
                <a:latin typeface="Arial" pitchFamily="34" charset="0"/>
                <a:ea typeface="Arial" pitchFamily="34" charset="-122"/>
                <a:cs typeface="Arial" pitchFamily="34" charset="-120"/>
              </a:rPr>
              <a:t>الفصول من 9 إلى 11</a:t>
            </a:r>
            <a:endParaRPr lang="ar-MA" sz="1600" dirty="0"/>
          </a:p>
        </p:txBody>
      </p:sp>
    </p:spTree>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182880"/>
            <a:ext cx="2743200" cy="1371600"/>
          </a:xfrm>
          <a:prstGeom prst="rect">
            <a:avLst/>
          </a:prstGeom>
          <a:noFill/>
          <a:ln/>
        </p:spPr>
        <p:txBody>
          <a:bodyPr wrap="square" lIns="0" tIns="0" rIns="0" bIns="0" rtlCol="0" anchor="t"/>
          <a:lstStyle/>
          <a:p>
            <a:pPr algn="l" indent="0" marL="0">
              <a:buNone/>
            </a:pPr>
            <a:r>
              <a:rPr lang="ar-MA" altLang="en-US" sz="9600" b="1" dirty="0">
                <a:solidFill>
                  <a:srgbClr val="201A2A"/>
                </a:solidFill>
                <a:latin typeface="Arial" pitchFamily="34" charset="0"/>
                <a:ea typeface="Arial" pitchFamily="34" charset="-122"/>
                <a:cs typeface="Arial" pitchFamily="34" charset="-120"/>
              </a:rPr>
              <a:t>09</a:t>
            </a:r>
            <a:endParaRPr lang="ar-MA" sz="9600" dirty="0"/>
          </a:p>
        </p:txBody>
      </p:sp>
      <p:sp>
        <p:nvSpPr>
          <p:cNvPr id="3" name="badge"/>
          <p:cNvSpPr/>
          <p:nvPr/>
        </p:nvSpPr>
        <p:spPr>
          <a:xfrm>
            <a:off x="10984687" y="566928"/>
            <a:ext cx="658368" cy="658368"/>
          </a:xfrm>
          <a:prstGeom prst="ellipse">
            <a:avLst/>
          </a:prstGeom>
          <a:solidFill>
            <a:srgbClr val="C9A44C"/>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1162447" y="744687"/>
            <a:ext cx="302849" cy="302849"/>
          </a:xfrm>
          <a:prstGeom prst="rect">
            <a:avLst/>
          </a:prstGeom>
        </p:spPr>
      </p:pic>
      <p:sp>
        <p:nvSpPr>
          <p:cNvPr id="5" name="Text 2"/>
          <p:cNvSpPr txBox="1"/>
          <p:nvPr/>
        </p:nvSpPr>
        <p:spPr>
          <a:xfrm>
            <a:off x="548640" y="457200"/>
            <a:ext cx="10225735" cy="365760"/>
          </a:xfrm>
          <a:prstGeom prst="rect">
            <a:avLst/>
          </a:prstGeom>
          <a:noFill/>
          <a:ln/>
        </p:spPr>
        <p:txBody>
          <a:bodyPr wrap="square" lIns="0" tIns="0" rIns="0" bIns="0" rtlCol="0" anchor="t"/>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الفصل التاسع</a:t>
            </a:r>
            <a:endParaRPr lang="ar-MA" sz="1600" dirty="0"/>
          </a:p>
        </p:txBody>
      </p:sp>
      <p:sp>
        <p:nvSpPr>
          <p:cNvPr id="6" name="Text 3"/>
          <p:cNvSpPr txBox="1"/>
          <p:nvPr/>
        </p:nvSpPr>
        <p:spPr>
          <a:xfrm>
            <a:off x="548640" y="786384"/>
            <a:ext cx="10225735" cy="731520"/>
          </a:xfrm>
          <a:prstGeom prst="rect">
            <a:avLst/>
          </a:prstGeom>
          <a:noFill/>
          <a:ln/>
        </p:spPr>
        <p:txBody>
          <a:bodyPr wrap="square" lIns="0" tIns="0" rIns="0" bIns="0" rtlCol="0" anchor="ctr"/>
          <a:lstStyle/>
          <a:p>
            <a:pPr rtl="1" algn="r" indent="0" marL="0">
              <a:buNone/>
            </a:pPr>
            <a:r>
              <a:rPr lang="ar-MA" altLang="en-US" sz="3600" b="1" dirty="0">
                <a:solidFill>
                  <a:srgbClr val="F4EFE6"/>
                </a:solidFill>
                <a:latin typeface="Arial" pitchFamily="34" charset="0"/>
                <a:ea typeface="Arial" pitchFamily="34" charset="-122"/>
                <a:cs typeface="Arial" pitchFamily="34" charset="-120"/>
              </a:rPr>
              <a:t>الجمع العام العادي</a:t>
            </a:r>
            <a:endParaRPr lang="ar-MA" sz="3600" dirty="0"/>
          </a:p>
        </p:txBody>
      </p:sp>
      <p:sp>
        <p:nvSpPr>
          <p:cNvPr id="7" name="card"/>
          <p:cNvSpPr/>
          <p:nvPr/>
        </p:nvSpPr>
        <p:spPr>
          <a:xfrm>
            <a:off x="8127797" y="1874520"/>
            <a:ext cx="3515258" cy="4206240"/>
          </a:xfrm>
          <a:prstGeom prst="roundRect">
            <a:avLst>
              <a:gd name="adj" fmla="val 3121"/>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8" name="Text 5"/>
          <p:cNvSpPr txBox="1"/>
          <p:nvPr/>
        </p:nvSpPr>
        <p:spPr>
          <a:xfrm>
            <a:off x="8402117" y="2148840"/>
            <a:ext cx="1097280" cy="548640"/>
          </a:xfrm>
          <a:prstGeom prst="rect">
            <a:avLst/>
          </a:prstGeom>
          <a:noFill/>
          <a:ln/>
        </p:spPr>
        <p:txBody>
          <a:bodyPr wrap="square" lIns="0" tIns="0" rIns="0" bIns="0" rtlCol="0" anchor="t"/>
          <a:lstStyle/>
          <a:p>
            <a:pPr algn="l" indent="0" marL="0">
              <a:buNone/>
            </a:pPr>
            <a:r>
              <a:rPr lang="ar-MA" altLang="en-US" sz="3000" b="1" dirty="0">
                <a:solidFill>
                  <a:srgbClr val="3A3049"/>
                </a:solidFill>
                <a:latin typeface="Arial" pitchFamily="34" charset="0"/>
                <a:ea typeface="Arial" pitchFamily="34" charset="-122"/>
                <a:cs typeface="Arial" pitchFamily="34" charset="-120"/>
              </a:rPr>
              <a:t>01</a:t>
            </a:r>
            <a:endParaRPr lang="ar-MA" sz="3000" dirty="0"/>
          </a:p>
        </p:txBody>
      </p:sp>
      <p:sp>
        <p:nvSpPr>
          <p:cNvPr id="9" name="Text 6"/>
          <p:cNvSpPr txBox="1"/>
          <p:nvPr/>
        </p:nvSpPr>
        <p:spPr>
          <a:xfrm>
            <a:off x="8402117" y="2148840"/>
            <a:ext cx="2966618" cy="548640"/>
          </a:xfrm>
          <a:prstGeom prst="rect">
            <a:avLst/>
          </a:prstGeom>
          <a:noFill/>
          <a:ln/>
        </p:spPr>
        <p:txBody>
          <a:bodyPr wrap="square" lIns="0" tIns="0" rIns="0" bIns="0" rtlCol="0" anchor="ctr"/>
          <a:lstStyle/>
          <a:p>
            <a:pPr rtl="1" algn="r" indent="0" marL="0">
              <a:buNone/>
            </a:pPr>
            <a:r>
              <a:rPr lang="ar-MA" altLang="en-US" sz="2100" b="1" dirty="0">
                <a:solidFill>
                  <a:srgbClr val="C9A44C"/>
                </a:solidFill>
                <a:latin typeface="Arial" pitchFamily="34" charset="0"/>
                <a:ea typeface="Arial" pitchFamily="34" charset="-122"/>
                <a:cs typeface="Arial" pitchFamily="34" charset="-120"/>
              </a:rPr>
              <a:t>المكانة والانعقاد</a:t>
            </a:r>
            <a:endParaRPr lang="ar-MA" sz="2100" dirty="0"/>
          </a:p>
        </p:txBody>
      </p:sp>
      <p:sp>
        <p:nvSpPr>
          <p:cNvPr id="10" name="Text 7"/>
          <p:cNvSpPr txBox="1"/>
          <p:nvPr/>
        </p:nvSpPr>
        <p:spPr>
          <a:xfrm>
            <a:off x="8402117" y="2926080"/>
            <a:ext cx="2966618" cy="2971800"/>
          </a:xfrm>
          <a:prstGeom prst="rect">
            <a:avLst/>
          </a:prstGeom>
          <a:noFill/>
          <a:ln/>
        </p:spPr>
        <p:txBody>
          <a:bodyPr wrap="square" lIns="0" tIns="0" rIns="0" bIns="0" rtlCol="0" anchor="t"/>
          <a:lstStyle/>
          <a:p>
            <a:pPr rtl="1" algn="r" marL="177800" indent="-177800">
              <a:spcAft>
                <a:spcPts val="1400"/>
              </a:spcAft>
              <a:buSzPct val="100000"/>
              <a:buChar char="•"/>
            </a:pPr>
            <a:r>
              <a:rPr lang="ar-MA" altLang="en-US" sz="1700" dirty="0">
                <a:solidFill>
                  <a:srgbClr val="F4EFE6"/>
                </a:solidFill>
                <a:latin typeface="Arial" pitchFamily="34" charset="0"/>
                <a:ea typeface="Arial" pitchFamily="34" charset="-122"/>
                <a:cs typeface="Arial" pitchFamily="34" charset="-120"/>
              </a:rPr>
              <a:t>أعلى هيئة تقريرية في الجمعية</a:t>
            </a:r>
            <a:endParaRPr lang="ar-MA" sz="1700" dirty="0"/>
          </a:p>
          <a:p>
            <a:pPr rtl="1" algn="r" marL="177800" indent="-177800">
              <a:spcAft>
                <a:spcPts val="1400"/>
              </a:spcAft>
              <a:buSzPct val="100000"/>
              <a:buChar char="•"/>
            </a:pPr>
            <a:r>
              <a:rPr lang="ar-MA" altLang="en-US" sz="1700" dirty="0">
                <a:solidFill>
                  <a:srgbClr val="F4EFE6"/>
                </a:solidFill>
                <a:latin typeface="Arial" pitchFamily="34" charset="0"/>
                <a:ea typeface="Arial" pitchFamily="34" charset="-122"/>
                <a:cs typeface="Arial" pitchFamily="34" charset="-120"/>
              </a:rPr>
              <a:t>دورة عادية مرة في كل ولاية من 5 سنوات</a:t>
            </a:r>
            <a:endParaRPr lang="ar-MA" sz="1700" dirty="0"/>
          </a:p>
          <a:p>
            <a:pPr rtl="1" algn="r" marL="177800" indent="-177800">
              <a:spcAft>
                <a:spcPts val="1400"/>
              </a:spcAft>
              <a:buSzPct val="100000"/>
              <a:buChar char="•"/>
            </a:pPr>
            <a:r>
              <a:rPr lang="ar-MA" altLang="en-US" sz="1700" dirty="0">
                <a:solidFill>
                  <a:srgbClr val="F4EFE6"/>
                </a:solidFill>
                <a:latin typeface="Arial" pitchFamily="34" charset="0"/>
                <a:ea typeface="Arial" pitchFamily="34" charset="-122"/>
                <a:cs typeface="Arial" pitchFamily="34" charset="-120"/>
              </a:rPr>
              <a:t>دورة استثنائية كلما دعت الضرورة، بقرار من المكتب المسير أو بطلب من ثلثي الأعضاء</a:t>
            </a:r>
            <a:endParaRPr lang="ar-MA" sz="1700" dirty="0"/>
          </a:p>
        </p:txBody>
      </p:sp>
      <p:sp>
        <p:nvSpPr>
          <p:cNvPr id="11" name="card"/>
          <p:cNvSpPr/>
          <p:nvPr/>
        </p:nvSpPr>
        <p:spPr>
          <a:xfrm>
            <a:off x="4338218" y="1874520"/>
            <a:ext cx="3515258" cy="4206240"/>
          </a:xfrm>
          <a:prstGeom prst="roundRect">
            <a:avLst>
              <a:gd name="adj" fmla="val 3121"/>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2" name="Text 9"/>
          <p:cNvSpPr txBox="1"/>
          <p:nvPr/>
        </p:nvSpPr>
        <p:spPr>
          <a:xfrm>
            <a:off x="4612538" y="2148840"/>
            <a:ext cx="1097280" cy="548640"/>
          </a:xfrm>
          <a:prstGeom prst="rect">
            <a:avLst/>
          </a:prstGeom>
          <a:noFill/>
          <a:ln/>
        </p:spPr>
        <p:txBody>
          <a:bodyPr wrap="square" lIns="0" tIns="0" rIns="0" bIns="0" rtlCol="0" anchor="t"/>
          <a:lstStyle/>
          <a:p>
            <a:pPr algn="l" indent="0" marL="0">
              <a:buNone/>
            </a:pPr>
            <a:r>
              <a:rPr lang="ar-MA" altLang="en-US" sz="3000" b="1" dirty="0">
                <a:solidFill>
                  <a:srgbClr val="3A3049"/>
                </a:solidFill>
                <a:latin typeface="Arial" pitchFamily="34" charset="0"/>
                <a:ea typeface="Arial" pitchFamily="34" charset="-122"/>
                <a:cs typeface="Arial" pitchFamily="34" charset="-120"/>
              </a:rPr>
              <a:t>02</a:t>
            </a:r>
            <a:endParaRPr lang="ar-MA" sz="3000" dirty="0"/>
          </a:p>
        </p:txBody>
      </p:sp>
      <p:sp>
        <p:nvSpPr>
          <p:cNvPr id="13" name="Text 10"/>
          <p:cNvSpPr txBox="1"/>
          <p:nvPr/>
        </p:nvSpPr>
        <p:spPr>
          <a:xfrm>
            <a:off x="4612538" y="2148840"/>
            <a:ext cx="2966618" cy="548640"/>
          </a:xfrm>
          <a:prstGeom prst="rect">
            <a:avLst/>
          </a:prstGeom>
          <a:noFill/>
          <a:ln/>
        </p:spPr>
        <p:txBody>
          <a:bodyPr wrap="square" lIns="0" tIns="0" rIns="0" bIns="0" rtlCol="0" anchor="ctr"/>
          <a:lstStyle/>
          <a:p>
            <a:pPr rtl="1" algn="r" indent="0" marL="0">
              <a:buNone/>
            </a:pPr>
            <a:r>
              <a:rPr lang="ar-MA" altLang="en-US" sz="2100" b="1" dirty="0">
                <a:solidFill>
                  <a:srgbClr val="C9A44C"/>
                </a:solidFill>
                <a:latin typeface="Arial" pitchFamily="34" charset="0"/>
                <a:ea typeface="Arial" pitchFamily="34" charset="-122"/>
                <a:cs typeface="Arial" pitchFamily="34" charset="-120"/>
              </a:rPr>
              <a:t>التركيبة</a:t>
            </a:r>
            <a:endParaRPr lang="ar-MA" sz="2100" dirty="0"/>
          </a:p>
        </p:txBody>
      </p:sp>
      <p:sp>
        <p:nvSpPr>
          <p:cNvPr id="14" name="Text 11"/>
          <p:cNvSpPr txBox="1"/>
          <p:nvPr/>
        </p:nvSpPr>
        <p:spPr>
          <a:xfrm>
            <a:off x="4612538" y="2926080"/>
            <a:ext cx="2966618" cy="2971800"/>
          </a:xfrm>
          <a:prstGeom prst="rect">
            <a:avLst/>
          </a:prstGeom>
          <a:noFill/>
          <a:ln/>
        </p:spPr>
        <p:txBody>
          <a:bodyPr wrap="square" lIns="0" tIns="0" rIns="0" bIns="0" rtlCol="0" anchor="t"/>
          <a:lstStyle/>
          <a:p>
            <a:pPr rtl="1" algn="r" marL="177800" indent="-177800">
              <a:spcAft>
                <a:spcPts val="1400"/>
              </a:spcAft>
              <a:buSzPct val="100000"/>
              <a:buChar char="•"/>
            </a:pPr>
            <a:r>
              <a:rPr lang="ar-MA" altLang="en-US" sz="1700" dirty="0">
                <a:solidFill>
                  <a:srgbClr val="F4EFE6"/>
                </a:solidFill>
                <a:latin typeface="Arial" pitchFamily="34" charset="0"/>
                <a:ea typeface="Arial" pitchFamily="34" charset="-122"/>
                <a:cs typeface="Arial" pitchFamily="34" charset="-120"/>
              </a:rPr>
              <a:t>أعضاء المكتب المسير</a:t>
            </a:r>
            <a:endParaRPr lang="ar-MA" sz="1700" dirty="0"/>
          </a:p>
          <a:p>
            <a:pPr rtl="1" algn="r" marL="177800" indent="-177800">
              <a:spcAft>
                <a:spcPts val="1400"/>
              </a:spcAft>
              <a:buSzPct val="100000"/>
              <a:buChar char="•"/>
            </a:pPr>
            <a:r>
              <a:rPr lang="ar-MA" altLang="en-US" sz="1700" dirty="0">
                <a:solidFill>
                  <a:srgbClr val="F4EFE6"/>
                </a:solidFill>
                <a:latin typeface="Arial" pitchFamily="34" charset="0"/>
                <a:ea typeface="Arial" pitchFamily="34" charset="-122"/>
                <a:cs typeface="Arial" pitchFamily="34" charset="-120"/>
              </a:rPr>
              <a:t>أعضاء مجلس الجمعية</a:t>
            </a:r>
            <a:endParaRPr lang="ar-MA" sz="1700" dirty="0"/>
          </a:p>
          <a:p>
            <a:pPr rtl="1" algn="r" marL="177800" indent="-177800">
              <a:spcAft>
                <a:spcPts val="1400"/>
              </a:spcAft>
              <a:buSzPct val="100000"/>
              <a:buChar char="•"/>
            </a:pPr>
            <a:r>
              <a:rPr lang="ar-MA" altLang="en-US" sz="1700" dirty="0">
                <a:solidFill>
                  <a:srgbClr val="F4EFE6"/>
                </a:solidFill>
                <a:latin typeface="Arial" pitchFamily="34" charset="0"/>
                <a:ea typeface="Arial" pitchFamily="34" charset="-122"/>
                <a:cs typeface="Arial" pitchFamily="34" charset="-120"/>
              </a:rPr>
              <a:t>مناديب الأقاليم المعينون من طرف المكتب المسير بتشاور مع فناني كل إقليم</a:t>
            </a:r>
            <a:endParaRPr lang="ar-MA" sz="1700" dirty="0"/>
          </a:p>
        </p:txBody>
      </p:sp>
      <p:sp>
        <p:nvSpPr>
          <p:cNvPr id="15" name="card"/>
          <p:cNvSpPr/>
          <p:nvPr/>
        </p:nvSpPr>
        <p:spPr>
          <a:xfrm>
            <a:off x="548640" y="1874520"/>
            <a:ext cx="3515258" cy="4206240"/>
          </a:xfrm>
          <a:prstGeom prst="roundRect">
            <a:avLst>
              <a:gd name="adj" fmla="val 3121"/>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6" name="Text 13"/>
          <p:cNvSpPr txBox="1"/>
          <p:nvPr/>
        </p:nvSpPr>
        <p:spPr>
          <a:xfrm>
            <a:off x="822960" y="2148840"/>
            <a:ext cx="1097280" cy="548640"/>
          </a:xfrm>
          <a:prstGeom prst="rect">
            <a:avLst/>
          </a:prstGeom>
          <a:noFill/>
          <a:ln/>
        </p:spPr>
        <p:txBody>
          <a:bodyPr wrap="square" lIns="0" tIns="0" rIns="0" bIns="0" rtlCol="0" anchor="t"/>
          <a:lstStyle/>
          <a:p>
            <a:pPr algn="l" indent="0" marL="0">
              <a:buNone/>
            </a:pPr>
            <a:r>
              <a:rPr lang="ar-MA" altLang="en-US" sz="3000" b="1" dirty="0">
                <a:solidFill>
                  <a:srgbClr val="3A3049"/>
                </a:solidFill>
                <a:latin typeface="Arial" pitchFamily="34" charset="0"/>
                <a:ea typeface="Arial" pitchFamily="34" charset="-122"/>
                <a:cs typeface="Arial" pitchFamily="34" charset="-120"/>
              </a:rPr>
              <a:t>03</a:t>
            </a:r>
            <a:endParaRPr lang="ar-MA" sz="3000" dirty="0"/>
          </a:p>
        </p:txBody>
      </p:sp>
      <p:sp>
        <p:nvSpPr>
          <p:cNvPr id="17" name="Text 14"/>
          <p:cNvSpPr txBox="1"/>
          <p:nvPr/>
        </p:nvSpPr>
        <p:spPr>
          <a:xfrm>
            <a:off x="822960" y="2148840"/>
            <a:ext cx="2966618" cy="548640"/>
          </a:xfrm>
          <a:prstGeom prst="rect">
            <a:avLst/>
          </a:prstGeom>
          <a:noFill/>
          <a:ln/>
        </p:spPr>
        <p:txBody>
          <a:bodyPr wrap="square" lIns="0" tIns="0" rIns="0" bIns="0" rtlCol="0" anchor="ctr"/>
          <a:lstStyle/>
          <a:p>
            <a:pPr rtl="1" algn="r" indent="0" marL="0">
              <a:buNone/>
            </a:pPr>
            <a:r>
              <a:rPr lang="ar-MA" altLang="en-US" sz="2100" b="1" dirty="0">
                <a:solidFill>
                  <a:srgbClr val="C9A44C"/>
                </a:solidFill>
                <a:latin typeface="Arial" pitchFamily="34" charset="0"/>
                <a:ea typeface="Arial" pitchFamily="34" charset="-122"/>
                <a:cs typeface="Arial" pitchFamily="34" charset="-120"/>
              </a:rPr>
              <a:t>جدول التداول</a:t>
            </a:r>
            <a:endParaRPr lang="ar-MA" sz="2100" dirty="0"/>
          </a:p>
        </p:txBody>
      </p:sp>
      <p:sp>
        <p:nvSpPr>
          <p:cNvPr id="18" name="Text 15"/>
          <p:cNvSpPr txBox="1"/>
          <p:nvPr/>
        </p:nvSpPr>
        <p:spPr>
          <a:xfrm>
            <a:off x="822960" y="2926080"/>
            <a:ext cx="2966618" cy="2971800"/>
          </a:xfrm>
          <a:prstGeom prst="rect">
            <a:avLst/>
          </a:prstGeom>
          <a:noFill/>
          <a:ln/>
        </p:spPr>
        <p:txBody>
          <a:bodyPr wrap="square" lIns="0" tIns="0" rIns="0" bIns="0" rtlCol="0" anchor="t"/>
          <a:lstStyle/>
          <a:p>
            <a:pPr rtl="1" algn="r" marL="177800" indent="-177800">
              <a:spcAft>
                <a:spcPts val="1400"/>
              </a:spcAft>
              <a:buSzPct val="100000"/>
              <a:buChar char="•"/>
            </a:pPr>
            <a:r>
              <a:rPr lang="ar-MA" altLang="en-US" sz="1700" dirty="0">
                <a:solidFill>
                  <a:srgbClr val="F4EFE6"/>
                </a:solidFill>
                <a:latin typeface="Arial" pitchFamily="34" charset="0"/>
                <a:ea typeface="Arial" pitchFamily="34" charset="-122"/>
                <a:cs typeface="Arial" pitchFamily="34" charset="-120"/>
              </a:rPr>
              <a:t>قراءة التقريرين الأدبي والمالي والمصادقة عليهما</a:t>
            </a:r>
            <a:endParaRPr lang="ar-MA" sz="1700" dirty="0"/>
          </a:p>
          <a:p>
            <a:pPr rtl="1" algn="r" marL="177800" indent="-177800">
              <a:spcAft>
                <a:spcPts val="1400"/>
              </a:spcAft>
              <a:buSzPct val="100000"/>
              <a:buChar char="•"/>
            </a:pPr>
            <a:r>
              <a:rPr lang="ar-MA" altLang="en-US" sz="1700" dirty="0">
                <a:solidFill>
                  <a:srgbClr val="F4EFE6"/>
                </a:solidFill>
                <a:latin typeface="Arial" pitchFamily="34" charset="0"/>
                <a:ea typeface="Arial" pitchFamily="34" charset="-122"/>
                <a:cs typeface="Arial" pitchFamily="34" charset="-120"/>
              </a:rPr>
              <a:t>تعديل القانون الأساسي إذا دعت الضرورة</a:t>
            </a:r>
            <a:endParaRPr lang="ar-MA" sz="1700" dirty="0"/>
          </a:p>
          <a:p>
            <a:pPr rtl="1" algn="r" marL="177800" indent="-177800">
              <a:spcAft>
                <a:spcPts val="1400"/>
              </a:spcAft>
              <a:buSzPct val="100000"/>
              <a:buChar char="•"/>
            </a:pPr>
            <a:r>
              <a:rPr lang="ar-MA" altLang="en-US" sz="1700" dirty="0">
                <a:solidFill>
                  <a:srgbClr val="F4EFE6"/>
                </a:solidFill>
                <a:latin typeface="Arial" pitchFamily="34" charset="0"/>
                <a:ea typeface="Arial" pitchFamily="34" charset="-122"/>
                <a:cs typeface="Arial" pitchFamily="34" charset="-120"/>
              </a:rPr>
              <a:t>انتخاب المكتب المسير</a:t>
            </a:r>
            <a:endParaRPr lang="ar-MA" sz="1700" dirty="0"/>
          </a:p>
          <a:p>
            <a:pPr rtl="1" algn="r" marL="177800" indent="-177800">
              <a:spcAft>
                <a:spcPts val="1400"/>
              </a:spcAft>
              <a:buSzPct val="100000"/>
              <a:buChar char="•"/>
            </a:pPr>
            <a:r>
              <a:rPr lang="ar-MA" altLang="en-US" sz="1700" dirty="0">
                <a:solidFill>
                  <a:srgbClr val="F4EFE6"/>
                </a:solidFill>
                <a:latin typeface="Arial" pitchFamily="34" charset="0"/>
                <a:ea typeface="Arial" pitchFamily="34" charset="-122"/>
                <a:cs typeface="Arial" pitchFamily="34" charset="-120"/>
              </a:rPr>
              <a:t>انتخاب مجلس الجمعية (20 عضوا فاعلا على الأكثر)</a:t>
            </a:r>
            <a:endParaRPr lang="ar-MA" sz="17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A44C"/>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182880"/>
            <a:ext cx="2743200" cy="1371600"/>
          </a:xfrm>
          <a:prstGeom prst="rect">
            <a:avLst/>
          </a:prstGeom>
          <a:noFill/>
          <a:ln/>
        </p:spPr>
        <p:txBody>
          <a:bodyPr wrap="square" lIns="0" tIns="0" rIns="0" bIns="0" rtlCol="0" anchor="t"/>
          <a:lstStyle/>
          <a:p>
            <a:pPr algn="l" indent="0" marL="0">
              <a:buNone/>
            </a:pPr>
            <a:r>
              <a:rPr lang="ar-MA" altLang="en-US" sz="9600" b="1" dirty="0">
                <a:solidFill>
                  <a:srgbClr val="201A2A"/>
                </a:solidFill>
                <a:latin typeface="Arial" pitchFamily="34" charset="0"/>
                <a:ea typeface="Arial" pitchFamily="34" charset="-122"/>
                <a:cs typeface="Arial" pitchFamily="34" charset="-120"/>
              </a:rPr>
              <a:t>10</a:t>
            </a:r>
            <a:endParaRPr lang="ar-MA" sz="9600" dirty="0"/>
          </a:p>
        </p:txBody>
      </p:sp>
      <p:sp>
        <p:nvSpPr>
          <p:cNvPr id="3" name="badge"/>
          <p:cNvSpPr/>
          <p:nvPr/>
        </p:nvSpPr>
        <p:spPr>
          <a:xfrm>
            <a:off x="10984687" y="566928"/>
            <a:ext cx="658368" cy="658368"/>
          </a:xfrm>
          <a:prstGeom prst="ellipse">
            <a:avLst/>
          </a:prstGeom>
          <a:solidFill>
            <a:srgbClr val="C9A44C"/>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1162447" y="744687"/>
            <a:ext cx="302849" cy="302849"/>
          </a:xfrm>
          <a:prstGeom prst="rect">
            <a:avLst/>
          </a:prstGeom>
        </p:spPr>
      </p:pic>
      <p:sp>
        <p:nvSpPr>
          <p:cNvPr id="5" name="Text 2"/>
          <p:cNvSpPr txBox="1"/>
          <p:nvPr/>
        </p:nvSpPr>
        <p:spPr>
          <a:xfrm>
            <a:off x="548640" y="457200"/>
            <a:ext cx="10225735" cy="365760"/>
          </a:xfrm>
          <a:prstGeom prst="rect">
            <a:avLst/>
          </a:prstGeom>
          <a:noFill/>
          <a:ln/>
        </p:spPr>
        <p:txBody>
          <a:bodyPr wrap="square" lIns="0" tIns="0" rIns="0" bIns="0" rtlCol="0" anchor="t"/>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الفصل العاشر</a:t>
            </a:r>
            <a:endParaRPr lang="ar-MA" sz="1600" dirty="0"/>
          </a:p>
        </p:txBody>
      </p:sp>
      <p:sp>
        <p:nvSpPr>
          <p:cNvPr id="6" name="Text 3"/>
          <p:cNvSpPr txBox="1"/>
          <p:nvPr/>
        </p:nvSpPr>
        <p:spPr>
          <a:xfrm>
            <a:off x="548640" y="786384"/>
            <a:ext cx="10225735" cy="731520"/>
          </a:xfrm>
          <a:prstGeom prst="rect">
            <a:avLst/>
          </a:prstGeom>
          <a:noFill/>
          <a:ln/>
        </p:spPr>
        <p:txBody>
          <a:bodyPr wrap="square" lIns="0" tIns="0" rIns="0" bIns="0" rtlCol="0" anchor="ctr"/>
          <a:lstStyle/>
          <a:p>
            <a:pPr rtl="1" algn="r" indent="0" marL="0">
              <a:buNone/>
            </a:pPr>
            <a:r>
              <a:rPr lang="ar-MA" altLang="en-US" sz="3600" b="1" dirty="0">
                <a:solidFill>
                  <a:srgbClr val="F4EFE6"/>
                </a:solidFill>
                <a:latin typeface="Arial" pitchFamily="34" charset="0"/>
                <a:ea typeface="Arial" pitchFamily="34" charset="-122"/>
                <a:cs typeface="Arial" pitchFamily="34" charset="-120"/>
              </a:rPr>
              <a:t>المكتب المسير</a:t>
            </a:r>
            <a:endParaRPr lang="ar-MA" sz="3600" dirty="0"/>
          </a:p>
        </p:txBody>
      </p:sp>
      <p:sp>
        <p:nvSpPr>
          <p:cNvPr id="8" name="card"/>
          <p:cNvSpPr/>
          <p:nvPr/>
        </p:nvSpPr>
        <p:spPr>
          <a:xfrm>
            <a:off x="8127797" y="1783080"/>
            <a:ext cx="3515258" cy="868680"/>
          </a:xfrm>
          <a:prstGeom prst="roundRect">
            <a:avLst>
              <a:gd name="adj" fmla="val 12632"/>
            </a:avLst>
          </a:prstGeom>
          <a:solidFill>
            <a:srgbClr val="2B2338"/>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9" name="Text 5"/>
          <p:cNvSpPr txBox="1"/>
          <p:nvPr/>
        </p:nvSpPr>
        <p:spPr>
          <a:xfrm>
            <a:off x="9951415" y="1783080"/>
            <a:ext cx="1463040" cy="868680"/>
          </a:xfrm>
          <a:prstGeom prst="rect">
            <a:avLst/>
          </a:prstGeom>
          <a:noFill/>
          <a:ln/>
        </p:spPr>
        <p:txBody>
          <a:bodyPr wrap="square" lIns="0" tIns="0" rIns="0" bIns="0" rtlCol="0" anchor="ctr"/>
          <a:lstStyle/>
          <a:p>
            <a:pPr rtl="1" algn="r" indent="0" marL="0">
              <a:buNone/>
            </a:pPr>
            <a:r>
              <a:rPr lang="ar-MA" altLang="en-US" sz="2600" b="1" dirty="0">
                <a:solidFill>
                  <a:srgbClr val="C9A44C"/>
                </a:solidFill>
                <a:latin typeface="Arial" pitchFamily="34" charset="0"/>
                <a:ea typeface="Arial" pitchFamily="34" charset="-122"/>
                <a:cs typeface="Arial" pitchFamily="34" charset="-120"/>
              </a:rPr>
              <a:t>5 سنوات</a:t>
            </a:r>
            <a:endParaRPr lang="ar-MA" sz="2600" dirty="0"/>
          </a:p>
        </p:txBody>
      </p:sp>
      <p:sp>
        <p:nvSpPr>
          <p:cNvPr id="10" name="Text 6"/>
          <p:cNvSpPr txBox="1"/>
          <p:nvPr/>
        </p:nvSpPr>
        <p:spPr>
          <a:xfrm>
            <a:off x="8356397" y="1783080"/>
            <a:ext cx="1503578" cy="868680"/>
          </a:xfrm>
          <a:prstGeom prst="rect">
            <a:avLst/>
          </a:prstGeom>
          <a:noFill/>
          <a:ln/>
        </p:spPr>
        <p:txBody>
          <a:bodyPr wrap="square" lIns="0" tIns="0" rIns="0" bIns="0" rtlCol="0" anchor="ctr"/>
          <a:lstStyle/>
          <a:p>
            <a:pPr rtl="1" algn="l" indent="0" marL="0">
              <a:buNone/>
            </a:pPr>
            <a:r>
              <a:rPr lang="ar-MA" altLang="en-US" sz="1300" dirty="0">
                <a:solidFill>
                  <a:srgbClr val="B4ABC0"/>
                </a:solidFill>
                <a:latin typeface="Arial" pitchFamily="34" charset="0"/>
                <a:ea typeface="Arial" pitchFamily="34" charset="-122"/>
                <a:cs typeface="Arial" pitchFamily="34" charset="-120"/>
              </a:rPr>
              <a:t>مدة الولاية</a:t>
            </a:r>
            <a:endParaRPr lang="ar-MA" sz="1300" dirty="0"/>
          </a:p>
        </p:txBody>
      </p:sp>
      <p:sp>
        <p:nvSpPr>
          <p:cNvPr id="11" name="card"/>
          <p:cNvSpPr/>
          <p:nvPr/>
        </p:nvSpPr>
        <p:spPr>
          <a:xfrm>
            <a:off x="4338218" y="1783080"/>
            <a:ext cx="3515258" cy="868680"/>
          </a:xfrm>
          <a:prstGeom prst="roundRect">
            <a:avLst>
              <a:gd name="adj" fmla="val 12632"/>
            </a:avLst>
          </a:prstGeom>
          <a:solidFill>
            <a:srgbClr val="2B2338"/>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2" name="Text 8"/>
          <p:cNvSpPr txBox="1"/>
          <p:nvPr/>
        </p:nvSpPr>
        <p:spPr>
          <a:xfrm>
            <a:off x="6161837" y="1783080"/>
            <a:ext cx="1463040" cy="868680"/>
          </a:xfrm>
          <a:prstGeom prst="rect">
            <a:avLst/>
          </a:prstGeom>
          <a:noFill/>
          <a:ln/>
        </p:spPr>
        <p:txBody>
          <a:bodyPr wrap="square" lIns="0" tIns="0" rIns="0" bIns="0" rtlCol="0" anchor="ctr"/>
          <a:lstStyle/>
          <a:p>
            <a:pPr rtl="1" algn="r" indent="0" marL="0">
              <a:buNone/>
            </a:pPr>
            <a:r>
              <a:rPr lang="ar-MA" altLang="en-US" sz="2600" b="1" dirty="0">
                <a:solidFill>
                  <a:srgbClr val="C9A44C"/>
                </a:solidFill>
                <a:latin typeface="Arial" pitchFamily="34" charset="0"/>
                <a:ea typeface="Arial" pitchFamily="34" charset="-122"/>
                <a:cs typeface="Arial" pitchFamily="34" charset="-120"/>
              </a:rPr>
              <a:t>9 – 13</a:t>
            </a:r>
            <a:endParaRPr lang="ar-MA" sz="2600" dirty="0"/>
          </a:p>
        </p:txBody>
      </p:sp>
      <p:sp>
        <p:nvSpPr>
          <p:cNvPr id="13" name="Text 9"/>
          <p:cNvSpPr txBox="1"/>
          <p:nvPr/>
        </p:nvSpPr>
        <p:spPr>
          <a:xfrm>
            <a:off x="4566818" y="1783080"/>
            <a:ext cx="1503578" cy="868680"/>
          </a:xfrm>
          <a:prstGeom prst="rect">
            <a:avLst/>
          </a:prstGeom>
          <a:noFill/>
          <a:ln/>
        </p:spPr>
        <p:txBody>
          <a:bodyPr wrap="square" lIns="0" tIns="0" rIns="0" bIns="0" rtlCol="0" anchor="ctr"/>
          <a:lstStyle/>
          <a:p>
            <a:pPr rtl="1" algn="l" indent="0" marL="0">
              <a:buNone/>
            </a:pPr>
            <a:r>
              <a:rPr lang="ar-MA" altLang="en-US" sz="1300" dirty="0">
                <a:solidFill>
                  <a:srgbClr val="B4ABC0"/>
                </a:solidFill>
                <a:latin typeface="Arial" pitchFamily="34" charset="0"/>
                <a:ea typeface="Arial" pitchFamily="34" charset="-122"/>
                <a:cs typeface="Arial" pitchFamily="34" charset="-120"/>
              </a:rPr>
              <a:t>عدد الأعضاء</a:t>
            </a:r>
            <a:endParaRPr lang="ar-MA" sz="1300" dirty="0"/>
          </a:p>
        </p:txBody>
      </p:sp>
      <p:sp>
        <p:nvSpPr>
          <p:cNvPr id="14" name="card"/>
          <p:cNvSpPr/>
          <p:nvPr/>
        </p:nvSpPr>
        <p:spPr>
          <a:xfrm>
            <a:off x="548640" y="1783080"/>
            <a:ext cx="3515258" cy="868680"/>
          </a:xfrm>
          <a:prstGeom prst="roundRect">
            <a:avLst>
              <a:gd name="adj" fmla="val 12632"/>
            </a:avLst>
          </a:prstGeom>
          <a:solidFill>
            <a:srgbClr val="2B2338"/>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5" name="Text 11"/>
          <p:cNvSpPr txBox="1"/>
          <p:nvPr/>
        </p:nvSpPr>
        <p:spPr>
          <a:xfrm>
            <a:off x="2372258" y="1783080"/>
            <a:ext cx="1463040" cy="868680"/>
          </a:xfrm>
          <a:prstGeom prst="rect">
            <a:avLst/>
          </a:prstGeom>
          <a:noFill/>
          <a:ln/>
        </p:spPr>
        <p:txBody>
          <a:bodyPr wrap="square" lIns="0" tIns="0" rIns="0" bIns="0" rtlCol="0" anchor="ctr"/>
          <a:lstStyle/>
          <a:p>
            <a:pPr rtl="1" algn="r" indent="0" marL="0">
              <a:buNone/>
            </a:pPr>
            <a:r>
              <a:rPr lang="ar-MA" altLang="en-US" sz="2600" b="1" dirty="0">
                <a:solidFill>
                  <a:srgbClr val="C9A44C"/>
                </a:solidFill>
                <a:latin typeface="Arial" pitchFamily="34" charset="0"/>
                <a:ea typeface="Arial" pitchFamily="34" charset="-122"/>
                <a:cs typeface="Arial" pitchFamily="34" charset="-120"/>
              </a:rPr>
              <a:t>7 أيام</a:t>
            </a:r>
            <a:endParaRPr lang="ar-MA" sz="2600" dirty="0"/>
          </a:p>
        </p:txBody>
      </p:sp>
      <p:sp>
        <p:nvSpPr>
          <p:cNvPr id="16" name="Text 12"/>
          <p:cNvSpPr txBox="1"/>
          <p:nvPr/>
        </p:nvSpPr>
        <p:spPr>
          <a:xfrm>
            <a:off x="777240" y="1783080"/>
            <a:ext cx="1503578" cy="868680"/>
          </a:xfrm>
          <a:prstGeom prst="rect">
            <a:avLst/>
          </a:prstGeom>
          <a:noFill/>
          <a:ln/>
        </p:spPr>
        <p:txBody>
          <a:bodyPr wrap="square" lIns="0" tIns="0" rIns="0" bIns="0" rtlCol="0" anchor="ctr"/>
          <a:lstStyle/>
          <a:p>
            <a:pPr rtl="1" algn="l" indent="0" marL="0">
              <a:buNone/>
            </a:pPr>
            <a:r>
              <a:rPr lang="ar-MA" altLang="en-US" sz="1300" dirty="0">
                <a:solidFill>
                  <a:srgbClr val="B4ABC0"/>
                </a:solidFill>
                <a:latin typeface="Arial" pitchFamily="34" charset="0"/>
                <a:ea typeface="Arial" pitchFamily="34" charset="-122"/>
                <a:cs typeface="Arial" pitchFamily="34" charset="-120"/>
              </a:rPr>
              <a:t>أجل تكوين المكتب بعد انتخاب الرئيس</a:t>
            </a:r>
            <a:endParaRPr lang="ar-MA" sz="1300" dirty="0"/>
          </a:p>
        </p:txBody>
      </p:sp>
      <p:sp>
        <p:nvSpPr>
          <p:cNvPr id="17" name="card"/>
          <p:cNvSpPr/>
          <p:nvPr/>
        </p:nvSpPr>
        <p:spPr>
          <a:xfrm>
            <a:off x="9020327" y="2834640"/>
            <a:ext cx="2622728" cy="1600200"/>
          </a:xfrm>
          <a:prstGeom prst="roundRect">
            <a:avLst>
              <a:gd name="adj" fmla="val 6857"/>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8" name="Text 14"/>
          <p:cNvSpPr txBox="1"/>
          <p:nvPr/>
        </p:nvSpPr>
        <p:spPr>
          <a:xfrm>
            <a:off x="9203207" y="2971800"/>
            <a:ext cx="2256968" cy="384048"/>
          </a:xfrm>
          <a:prstGeom prst="rect">
            <a:avLst/>
          </a:prstGeom>
          <a:noFill/>
          <a:ln/>
        </p:spPr>
        <p:txBody>
          <a:bodyPr wrap="square" lIns="0" tIns="0" rIns="0" bIns="0" rtlCol="0" anchor="ctr"/>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الرئيس</a:t>
            </a:r>
            <a:endParaRPr lang="ar-MA" sz="1600" dirty="0"/>
          </a:p>
        </p:txBody>
      </p:sp>
      <p:sp>
        <p:nvSpPr>
          <p:cNvPr id="19" name="Text 15"/>
          <p:cNvSpPr txBox="1"/>
          <p:nvPr/>
        </p:nvSpPr>
        <p:spPr>
          <a:xfrm>
            <a:off x="9203207" y="3401568"/>
            <a:ext cx="2256968" cy="914400"/>
          </a:xfrm>
          <a:prstGeom prst="rect">
            <a:avLst/>
          </a:prstGeom>
          <a:noFill/>
          <a:ln/>
        </p:spPr>
        <p:txBody>
          <a:bodyPr wrap="square" lIns="0" tIns="0" rIns="0" bIns="0" rtlCol="0" anchor="t"/>
          <a:lstStyle/>
          <a:p>
            <a:pPr rtl="1" algn="r" indent="0" marL="0">
              <a:buNone/>
            </a:pPr>
            <a:r>
              <a:rPr lang="ar-MA" altLang="en-US" sz="1250" dirty="0">
                <a:solidFill>
                  <a:srgbClr val="F4EFE6"/>
                </a:solidFill>
                <a:latin typeface="Arial" pitchFamily="34" charset="0"/>
                <a:ea typeface="Arial" pitchFamily="34" charset="-122"/>
                <a:cs typeface="Arial" pitchFamily="34" charset="-120"/>
              </a:rPr>
              <a:t>يمثل الجمعية قانونيا، يترأس الاجتماعات، ويوقع الاتفاقيات والشيكات مع أمين المال</a:t>
            </a:r>
            <a:endParaRPr lang="ar-MA" sz="1250" dirty="0"/>
          </a:p>
        </p:txBody>
      </p:sp>
      <p:sp>
        <p:nvSpPr>
          <p:cNvPr id="20" name="card"/>
          <p:cNvSpPr/>
          <p:nvPr/>
        </p:nvSpPr>
        <p:spPr>
          <a:xfrm>
            <a:off x="6196432" y="2834640"/>
            <a:ext cx="2622728" cy="1600200"/>
          </a:xfrm>
          <a:prstGeom prst="roundRect">
            <a:avLst>
              <a:gd name="adj" fmla="val 6857"/>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21" name="Text 17"/>
          <p:cNvSpPr txBox="1"/>
          <p:nvPr/>
        </p:nvSpPr>
        <p:spPr>
          <a:xfrm>
            <a:off x="6379312" y="2971800"/>
            <a:ext cx="2256968" cy="384048"/>
          </a:xfrm>
          <a:prstGeom prst="rect">
            <a:avLst/>
          </a:prstGeom>
          <a:noFill/>
          <a:ln/>
        </p:spPr>
        <p:txBody>
          <a:bodyPr wrap="square" lIns="0" tIns="0" rIns="0" bIns="0" rtlCol="0" anchor="ctr"/>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النائب الأول</a:t>
            </a:r>
            <a:endParaRPr lang="ar-MA" sz="1600" dirty="0"/>
          </a:p>
        </p:txBody>
      </p:sp>
      <p:sp>
        <p:nvSpPr>
          <p:cNvPr id="22" name="Text 18"/>
          <p:cNvSpPr txBox="1"/>
          <p:nvPr/>
        </p:nvSpPr>
        <p:spPr>
          <a:xfrm>
            <a:off x="6379312" y="3401568"/>
            <a:ext cx="2256968" cy="914400"/>
          </a:xfrm>
          <a:prstGeom prst="rect">
            <a:avLst/>
          </a:prstGeom>
          <a:noFill/>
          <a:ln/>
        </p:spPr>
        <p:txBody>
          <a:bodyPr wrap="square" lIns="0" tIns="0" rIns="0" bIns="0" rtlCol="0" anchor="t"/>
          <a:lstStyle/>
          <a:p>
            <a:pPr rtl="1" algn="r" indent="0" marL="0">
              <a:buNone/>
            </a:pPr>
            <a:r>
              <a:rPr lang="ar-MA" altLang="en-US" sz="1250" dirty="0">
                <a:solidFill>
                  <a:srgbClr val="F4EFE6"/>
                </a:solidFill>
                <a:latin typeface="Arial" pitchFamily="34" charset="0"/>
                <a:ea typeface="Arial" pitchFamily="34" charset="-122"/>
                <a:cs typeface="Arial" pitchFamily="34" charset="-120"/>
              </a:rPr>
              <a:t>ينوب عن الرئيس عند غيابه أو وجود عائق قانوني، ويمارس الصلاحيات المفوضة له</a:t>
            </a:r>
            <a:endParaRPr lang="ar-MA" sz="1250" dirty="0"/>
          </a:p>
        </p:txBody>
      </p:sp>
      <p:sp>
        <p:nvSpPr>
          <p:cNvPr id="23" name="card"/>
          <p:cNvSpPr/>
          <p:nvPr/>
        </p:nvSpPr>
        <p:spPr>
          <a:xfrm>
            <a:off x="3372536" y="2834640"/>
            <a:ext cx="2622728" cy="1600200"/>
          </a:xfrm>
          <a:prstGeom prst="roundRect">
            <a:avLst>
              <a:gd name="adj" fmla="val 6857"/>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24" name="Text 20"/>
          <p:cNvSpPr txBox="1"/>
          <p:nvPr/>
        </p:nvSpPr>
        <p:spPr>
          <a:xfrm>
            <a:off x="3555416" y="2971800"/>
            <a:ext cx="2256968" cy="384048"/>
          </a:xfrm>
          <a:prstGeom prst="rect">
            <a:avLst/>
          </a:prstGeom>
          <a:noFill/>
          <a:ln/>
        </p:spPr>
        <p:txBody>
          <a:bodyPr wrap="square" lIns="0" tIns="0" rIns="0" bIns="0" rtlCol="0" anchor="ctr"/>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النائب الثاني</a:t>
            </a:r>
            <a:endParaRPr lang="ar-MA" sz="1600" dirty="0"/>
          </a:p>
        </p:txBody>
      </p:sp>
      <p:sp>
        <p:nvSpPr>
          <p:cNvPr id="25" name="Text 21"/>
          <p:cNvSpPr txBox="1"/>
          <p:nvPr/>
        </p:nvSpPr>
        <p:spPr>
          <a:xfrm>
            <a:off x="3555416" y="3401568"/>
            <a:ext cx="2256968" cy="914400"/>
          </a:xfrm>
          <a:prstGeom prst="rect">
            <a:avLst/>
          </a:prstGeom>
          <a:noFill/>
          <a:ln/>
        </p:spPr>
        <p:txBody>
          <a:bodyPr wrap="square" lIns="0" tIns="0" rIns="0" bIns="0" rtlCol="0" anchor="t"/>
          <a:lstStyle/>
          <a:p>
            <a:pPr rtl="1" algn="r" indent="0" marL="0">
              <a:buNone/>
            </a:pPr>
            <a:r>
              <a:rPr lang="ar-MA" altLang="en-US" sz="1250" dirty="0">
                <a:solidFill>
                  <a:srgbClr val="F4EFE6"/>
                </a:solidFill>
                <a:latin typeface="Arial" pitchFamily="34" charset="0"/>
                <a:ea typeface="Arial" pitchFamily="34" charset="-122"/>
                <a:cs typeface="Arial" pitchFamily="34" charset="-120"/>
              </a:rPr>
              <a:t>ينوب عند غياب الرئيس ونائبه الأول، ويتكلف بالعلاقات العامة والدبلوماسية الثقافية</a:t>
            </a:r>
            <a:endParaRPr lang="ar-MA" sz="1250" dirty="0"/>
          </a:p>
        </p:txBody>
      </p:sp>
      <p:sp>
        <p:nvSpPr>
          <p:cNvPr id="26" name="card"/>
          <p:cNvSpPr/>
          <p:nvPr/>
        </p:nvSpPr>
        <p:spPr>
          <a:xfrm>
            <a:off x="548640" y="2834640"/>
            <a:ext cx="2622728" cy="1600200"/>
          </a:xfrm>
          <a:prstGeom prst="roundRect">
            <a:avLst>
              <a:gd name="adj" fmla="val 6857"/>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27" name="Text 23"/>
          <p:cNvSpPr txBox="1"/>
          <p:nvPr/>
        </p:nvSpPr>
        <p:spPr>
          <a:xfrm>
            <a:off x="731520" y="2971800"/>
            <a:ext cx="2256968" cy="384048"/>
          </a:xfrm>
          <a:prstGeom prst="rect">
            <a:avLst/>
          </a:prstGeom>
          <a:noFill/>
          <a:ln/>
        </p:spPr>
        <p:txBody>
          <a:bodyPr wrap="square" lIns="0" tIns="0" rIns="0" bIns="0" rtlCol="0" anchor="ctr"/>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الكاتب العام</a:t>
            </a:r>
            <a:endParaRPr lang="ar-MA" sz="1600" dirty="0"/>
          </a:p>
        </p:txBody>
      </p:sp>
      <p:sp>
        <p:nvSpPr>
          <p:cNvPr id="28" name="Text 24"/>
          <p:cNvSpPr txBox="1"/>
          <p:nvPr/>
        </p:nvSpPr>
        <p:spPr>
          <a:xfrm>
            <a:off x="731520" y="3401568"/>
            <a:ext cx="2256968" cy="914400"/>
          </a:xfrm>
          <a:prstGeom prst="rect">
            <a:avLst/>
          </a:prstGeom>
          <a:noFill/>
          <a:ln/>
        </p:spPr>
        <p:txBody>
          <a:bodyPr wrap="square" lIns="0" tIns="0" rIns="0" bIns="0" rtlCol="0" anchor="t"/>
          <a:lstStyle/>
          <a:p>
            <a:pPr rtl="1" algn="r" indent="0" marL="0">
              <a:buNone/>
            </a:pPr>
            <a:r>
              <a:rPr lang="ar-MA" altLang="en-US" sz="1250" dirty="0">
                <a:solidFill>
                  <a:srgbClr val="F4EFE6"/>
                </a:solidFill>
                <a:latin typeface="Arial" pitchFamily="34" charset="0"/>
                <a:ea typeface="Arial" pitchFamily="34" charset="-122"/>
                <a:cs typeface="Arial" pitchFamily="34" charset="-120"/>
              </a:rPr>
              <a:t>الشؤون الإدارية، المحاضر والاستدعاءات، التصريح القانوني وسجل المنخرطين</a:t>
            </a:r>
            <a:endParaRPr lang="ar-MA" sz="1250" dirty="0"/>
          </a:p>
        </p:txBody>
      </p:sp>
      <p:sp>
        <p:nvSpPr>
          <p:cNvPr id="29" name="card"/>
          <p:cNvSpPr/>
          <p:nvPr/>
        </p:nvSpPr>
        <p:spPr>
          <a:xfrm>
            <a:off x="9020327" y="4636008"/>
            <a:ext cx="2622728" cy="1600200"/>
          </a:xfrm>
          <a:prstGeom prst="roundRect">
            <a:avLst>
              <a:gd name="adj" fmla="val 6857"/>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30" name="Text 26"/>
          <p:cNvSpPr txBox="1"/>
          <p:nvPr/>
        </p:nvSpPr>
        <p:spPr>
          <a:xfrm>
            <a:off x="9203207" y="4773168"/>
            <a:ext cx="2256968" cy="384048"/>
          </a:xfrm>
          <a:prstGeom prst="rect">
            <a:avLst/>
          </a:prstGeom>
          <a:noFill/>
          <a:ln/>
        </p:spPr>
        <p:txBody>
          <a:bodyPr wrap="square" lIns="0" tIns="0" rIns="0" bIns="0" rtlCol="0" anchor="ctr"/>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نائب الكاتب العام</a:t>
            </a:r>
            <a:endParaRPr lang="ar-MA" sz="1600" dirty="0"/>
          </a:p>
        </p:txBody>
      </p:sp>
      <p:sp>
        <p:nvSpPr>
          <p:cNvPr id="31" name="Text 27"/>
          <p:cNvSpPr txBox="1"/>
          <p:nvPr/>
        </p:nvSpPr>
        <p:spPr>
          <a:xfrm>
            <a:off x="9203207" y="5202936"/>
            <a:ext cx="2256968" cy="914400"/>
          </a:xfrm>
          <a:prstGeom prst="rect">
            <a:avLst/>
          </a:prstGeom>
          <a:noFill/>
          <a:ln/>
        </p:spPr>
        <p:txBody>
          <a:bodyPr wrap="square" lIns="0" tIns="0" rIns="0" bIns="0" rtlCol="0" anchor="t"/>
          <a:lstStyle/>
          <a:p>
            <a:pPr rtl="1" algn="r" indent="0" marL="0">
              <a:buNone/>
            </a:pPr>
            <a:r>
              <a:rPr lang="ar-MA" altLang="en-US" sz="1250" dirty="0">
                <a:solidFill>
                  <a:srgbClr val="F4EFE6"/>
                </a:solidFill>
                <a:latin typeface="Arial" pitchFamily="34" charset="0"/>
                <a:ea typeface="Arial" pitchFamily="34" charset="-122"/>
                <a:cs typeface="Arial" pitchFamily="34" charset="-120"/>
              </a:rPr>
              <a:t>يساعد الكاتب العام وينوب عنه، ويوثق الأرشيف ويعد التقارير الأدبية</a:t>
            </a:r>
            <a:endParaRPr lang="ar-MA" sz="1250" dirty="0"/>
          </a:p>
        </p:txBody>
      </p:sp>
      <p:sp>
        <p:nvSpPr>
          <p:cNvPr id="32" name="card"/>
          <p:cNvSpPr/>
          <p:nvPr/>
        </p:nvSpPr>
        <p:spPr>
          <a:xfrm>
            <a:off x="6196432" y="4636008"/>
            <a:ext cx="2622728" cy="1600200"/>
          </a:xfrm>
          <a:prstGeom prst="roundRect">
            <a:avLst>
              <a:gd name="adj" fmla="val 6857"/>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33" name="Text 29"/>
          <p:cNvSpPr txBox="1"/>
          <p:nvPr/>
        </p:nvSpPr>
        <p:spPr>
          <a:xfrm>
            <a:off x="6379312" y="4773168"/>
            <a:ext cx="2256968" cy="384048"/>
          </a:xfrm>
          <a:prstGeom prst="rect">
            <a:avLst/>
          </a:prstGeom>
          <a:noFill/>
          <a:ln/>
        </p:spPr>
        <p:txBody>
          <a:bodyPr wrap="square" lIns="0" tIns="0" rIns="0" bIns="0" rtlCol="0" anchor="ctr"/>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أمين المال</a:t>
            </a:r>
            <a:endParaRPr lang="ar-MA" sz="1600" dirty="0"/>
          </a:p>
        </p:txBody>
      </p:sp>
      <p:sp>
        <p:nvSpPr>
          <p:cNvPr id="34" name="Text 30"/>
          <p:cNvSpPr txBox="1"/>
          <p:nvPr/>
        </p:nvSpPr>
        <p:spPr>
          <a:xfrm>
            <a:off x="6379312" y="5202936"/>
            <a:ext cx="2256968" cy="914400"/>
          </a:xfrm>
          <a:prstGeom prst="rect">
            <a:avLst/>
          </a:prstGeom>
          <a:noFill/>
          <a:ln/>
        </p:spPr>
        <p:txBody>
          <a:bodyPr wrap="square" lIns="0" tIns="0" rIns="0" bIns="0" rtlCol="0" anchor="t"/>
          <a:lstStyle/>
          <a:p>
            <a:pPr rtl="1" algn="r" indent="0" marL="0">
              <a:buNone/>
            </a:pPr>
            <a:r>
              <a:rPr lang="ar-MA" altLang="en-US" sz="1250" dirty="0">
                <a:solidFill>
                  <a:srgbClr val="F4EFE6"/>
                </a:solidFill>
                <a:latin typeface="Arial" pitchFamily="34" charset="0"/>
                <a:ea typeface="Arial" pitchFamily="34" charset="-122"/>
                <a:cs typeface="Arial" pitchFamily="34" charset="-120"/>
              </a:rPr>
              <a:t>تدبير الموارد والانخراطات، مسك المحاسبة، وإعداد الميزانية والتقرير المالي</a:t>
            </a:r>
            <a:endParaRPr lang="ar-MA" sz="1250" dirty="0"/>
          </a:p>
        </p:txBody>
      </p:sp>
      <p:sp>
        <p:nvSpPr>
          <p:cNvPr id="35" name="card"/>
          <p:cNvSpPr/>
          <p:nvPr/>
        </p:nvSpPr>
        <p:spPr>
          <a:xfrm>
            <a:off x="3372536" y="4636008"/>
            <a:ext cx="2622728" cy="1600200"/>
          </a:xfrm>
          <a:prstGeom prst="roundRect">
            <a:avLst>
              <a:gd name="adj" fmla="val 6857"/>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36" name="Text 32"/>
          <p:cNvSpPr txBox="1"/>
          <p:nvPr/>
        </p:nvSpPr>
        <p:spPr>
          <a:xfrm>
            <a:off x="3555416" y="4773168"/>
            <a:ext cx="2256968" cy="384048"/>
          </a:xfrm>
          <a:prstGeom prst="rect">
            <a:avLst/>
          </a:prstGeom>
          <a:noFill/>
          <a:ln/>
        </p:spPr>
        <p:txBody>
          <a:bodyPr wrap="square" lIns="0" tIns="0" rIns="0" bIns="0" rtlCol="0" anchor="ctr"/>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نائب أمين المال</a:t>
            </a:r>
            <a:endParaRPr lang="ar-MA" sz="1600" dirty="0"/>
          </a:p>
        </p:txBody>
      </p:sp>
      <p:sp>
        <p:nvSpPr>
          <p:cNvPr id="37" name="Text 33"/>
          <p:cNvSpPr txBox="1"/>
          <p:nvPr/>
        </p:nvSpPr>
        <p:spPr>
          <a:xfrm>
            <a:off x="3555416" y="5202936"/>
            <a:ext cx="2256968" cy="914400"/>
          </a:xfrm>
          <a:prstGeom prst="rect">
            <a:avLst/>
          </a:prstGeom>
          <a:noFill/>
          <a:ln/>
        </p:spPr>
        <p:txBody>
          <a:bodyPr wrap="square" lIns="0" tIns="0" rIns="0" bIns="0" rtlCol="0" anchor="t"/>
          <a:lstStyle/>
          <a:p>
            <a:pPr rtl="1" algn="r" indent="0" marL="0">
              <a:buNone/>
            </a:pPr>
            <a:r>
              <a:rPr lang="ar-MA" altLang="en-US" sz="1250" dirty="0">
                <a:solidFill>
                  <a:srgbClr val="F4EFE6"/>
                </a:solidFill>
                <a:latin typeface="Arial" pitchFamily="34" charset="0"/>
                <a:ea typeface="Arial" pitchFamily="34" charset="-122"/>
                <a:cs typeface="Arial" pitchFamily="34" charset="-120"/>
              </a:rPr>
              <a:t>يساعد أمين المال، ويتكلف بجلب المنح وتدبير «صندوق التضامن الفني»</a:t>
            </a:r>
            <a:endParaRPr lang="ar-MA" sz="1250" dirty="0"/>
          </a:p>
        </p:txBody>
      </p:sp>
      <p:sp>
        <p:nvSpPr>
          <p:cNvPr id="38" name="card"/>
          <p:cNvSpPr/>
          <p:nvPr/>
        </p:nvSpPr>
        <p:spPr>
          <a:xfrm>
            <a:off x="548640" y="4636008"/>
            <a:ext cx="2622728" cy="1600200"/>
          </a:xfrm>
          <a:prstGeom prst="roundRect">
            <a:avLst>
              <a:gd name="adj" fmla="val 6857"/>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39" name="Text 35"/>
          <p:cNvSpPr txBox="1"/>
          <p:nvPr/>
        </p:nvSpPr>
        <p:spPr>
          <a:xfrm>
            <a:off x="731520" y="4773168"/>
            <a:ext cx="2256968" cy="384048"/>
          </a:xfrm>
          <a:prstGeom prst="rect">
            <a:avLst/>
          </a:prstGeom>
          <a:noFill/>
          <a:ln/>
        </p:spPr>
        <p:txBody>
          <a:bodyPr wrap="square" lIns="0" tIns="0" rIns="0" bIns="0" rtlCol="0" anchor="ctr"/>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المستشارون</a:t>
            </a:r>
            <a:endParaRPr lang="ar-MA" sz="1600" dirty="0"/>
          </a:p>
        </p:txBody>
      </p:sp>
      <p:sp>
        <p:nvSpPr>
          <p:cNvPr id="40" name="Text 36"/>
          <p:cNvSpPr txBox="1"/>
          <p:nvPr/>
        </p:nvSpPr>
        <p:spPr>
          <a:xfrm>
            <a:off x="731520" y="5202936"/>
            <a:ext cx="2256968" cy="914400"/>
          </a:xfrm>
          <a:prstGeom prst="rect">
            <a:avLst/>
          </a:prstGeom>
          <a:noFill/>
          <a:ln/>
        </p:spPr>
        <p:txBody>
          <a:bodyPr wrap="square" lIns="0" tIns="0" rIns="0" bIns="0" rtlCol="0" anchor="t"/>
          <a:lstStyle/>
          <a:p>
            <a:pPr rtl="1" algn="r" indent="0" marL="0">
              <a:buNone/>
            </a:pPr>
            <a:r>
              <a:rPr lang="ar-MA" altLang="en-US" sz="1250" dirty="0">
                <a:solidFill>
                  <a:srgbClr val="F4EFE6"/>
                </a:solidFill>
                <a:latin typeface="Arial" pitchFamily="34" charset="0"/>
                <a:ea typeface="Arial" pitchFamily="34" charset="-122"/>
                <a:cs typeface="Arial" pitchFamily="34" charset="-120"/>
              </a:rPr>
              <a:t>يشاركون في المداولات والتصويت، ويترأسون اللجان الوظيفية</a:t>
            </a:r>
            <a:endParaRPr lang="ar-MA"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A44C"/>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182880"/>
            <a:ext cx="2743200" cy="1371600"/>
          </a:xfrm>
          <a:prstGeom prst="rect">
            <a:avLst/>
          </a:prstGeom>
          <a:noFill/>
          <a:ln/>
        </p:spPr>
        <p:txBody>
          <a:bodyPr wrap="square" lIns="0" tIns="0" rIns="0" bIns="0" rtlCol="0" anchor="t"/>
          <a:lstStyle/>
          <a:p>
            <a:pPr algn="l" indent="0" marL="0">
              <a:buNone/>
            </a:pPr>
            <a:r>
              <a:rPr lang="ar-MA" altLang="en-US" sz="9600" b="1" dirty="0">
                <a:solidFill>
                  <a:srgbClr val="201A2A"/>
                </a:solidFill>
                <a:latin typeface="Arial" pitchFamily="34" charset="0"/>
                <a:ea typeface="Arial" pitchFamily="34" charset="-122"/>
                <a:cs typeface="Arial" pitchFamily="34" charset="-120"/>
              </a:rPr>
              <a:t>11</a:t>
            </a:r>
            <a:endParaRPr lang="ar-MA" sz="9600" dirty="0"/>
          </a:p>
        </p:txBody>
      </p:sp>
      <p:sp>
        <p:nvSpPr>
          <p:cNvPr id="3" name="badge"/>
          <p:cNvSpPr/>
          <p:nvPr/>
        </p:nvSpPr>
        <p:spPr>
          <a:xfrm>
            <a:off x="10984687" y="566928"/>
            <a:ext cx="658368" cy="658368"/>
          </a:xfrm>
          <a:prstGeom prst="ellipse">
            <a:avLst/>
          </a:prstGeom>
          <a:solidFill>
            <a:srgbClr val="C9A44C"/>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1162447" y="744687"/>
            <a:ext cx="302849" cy="302849"/>
          </a:xfrm>
          <a:prstGeom prst="rect">
            <a:avLst/>
          </a:prstGeom>
        </p:spPr>
      </p:pic>
      <p:sp>
        <p:nvSpPr>
          <p:cNvPr id="5" name="Text 2"/>
          <p:cNvSpPr txBox="1"/>
          <p:nvPr/>
        </p:nvSpPr>
        <p:spPr>
          <a:xfrm>
            <a:off x="548640" y="457200"/>
            <a:ext cx="10225735" cy="365760"/>
          </a:xfrm>
          <a:prstGeom prst="rect">
            <a:avLst/>
          </a:prstGeom>
          <a:noFill/>
          <a:ln/>
        </p:spPr>
        <p:txBody>
          <a:bodyPr wrap="square" lIns="0" tIns="0" rIns="0" bIns="0" rtlCol="0" anchor="t"/>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الفصل الحادي عشر</a:t>
            </a:r>
            <a:endParaRPr lang="ar-MA" sz="1600" dirty="0"/>
          </a:p>
        </p:txBody>
      </p:sp>
      <p:sp>
        <p:nvSpPr>
          <p:cNvPr id="6" name="Text 3"/>
          <p:cNvSpPr txBox="1"/>
          <p:nvPr/>
        </p:nvSpPr>
        <p:spPr>
          <a:xfrm>
            <a:off x="548640" y="786384"/>
            <a:ext cx="10225735" cy="731520"/>
          </a:xfrm>
          <a:prstGeom prst="rect">
            <a:avLst/>
          </a:prstGeom>
          <a:noFill/>
          <a:ln/>
        </p:spPr>
        <p:txBody>
          <a:bodyPr wrap="square" lIns="0" tIns="0" rIns="0" bIns="0" rtlCol="0" anchor="ctr"/>
          <a:lstStyle/>
          <a:p>
            <a:pPr rtl="1" algn="r" indent="0" marL="0">
              <a:buNone/>
            </a:pPr>
            <a:r>
              <a:rPr lang="ar-MA" altLang="en-US" sz="3600" b="1" dirty="0">
                <a:solidFill>
                  <a:srgbClr val="F4EFE6"/>
                </a:solidFill>
                <a:latin typeface="Arial" pitchFamily="34" charset="0"/>
                <a:ea typeface="Arial" pitchFamily="34" charset="-122"/>
                <a:cs typeface="Arial" pitchFamily="34" charset="-120"/>
              </a:rPr>
              <a:t>مجلس الجمعية</a:t>
            </a:r>
            <a:endParaRPr lang="ar-MA" sz="3600" dirty="0"/>
          </a:p>
        </p:txBody>
      </p:sp>
      <p:sp>
        <p:nvSpPr>
          <p:cNvPr id="7" name="card"/>
          <p:cNvSpPr/>
          <p:nvPr/>
        </p:nvSpPr>
        <p:spPr>
          <a:xfrm>
            <a:off x="4967935" y="1874520"/>
            <a:ext cx="6675120" cy="4206240"/>
          </a:xfrm>
          <a:prstGeom prst="roundRect">
            <a:avLst>
              <a:gd name="adj" fmla="val 2609"/>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8" name="Text 5"/>
          <p:cNvSpPr txBox="1"/>
          <p:nvPr/>
        </p:nvSpPr>
        <p:spPr>
          <a:xfrm>
            <a:off x="5242255" y="2103120"/>
            <a:ext cx="6126480" cy="457200"/>
          </a:xfrm>
          <a:prstGeom prst="rect">
            <a:avLst/>
          </a:prstGeom>
          <a:noFill/>
          <a:ln/>
        </p:spPr>
        <p:txBody>
          <a:bodyPr wrap="square" lIns="0" tIns="0" rIns="0" bIns="0" rtlCol="0" anchor="t"/>
          <a:lstStyle/>
          <a:p>
            <a:pPr rtl="1" algn="r" indent="0" marL="0">
              <a:buNone/>
            </a:pPr>
            <a:r>
              <a:rPr lang="ar-MA" altLang="en-US" sz="2100" b="1" dirty="0">
                <a:solidFill>
                  <a:srgbClr val="C9A44C"/>
                </a:solidFill>
                <a:latin typeface="Arial" pitchFamily="34" charset="0"/>
                <a:ea typeface="Arial" pitchFamily="34" charset="-122"/>
                <a:cs typeface="Arial" pitchFamily="34" charset="-120"/>
              </a:rPr>
              <a:t>مجلس الجمعية</a:t>
            </a:r>
            <a:endParaRPr lang="ar-MA" sz="2100" dirty="0"/>
          </a:p>
        </p:txBody>
      </p:sp>
      <p:sp>
        <p:nvSpPr>
          <p:cNvPr id="9" name="Text 6"/>
          <p:cNvSpPr txBox="1"/>
          <p:nvPr/>
        </p:nvSpPr>
        <p:spPr>
          <a:xfrm>
            <a:off x="5242255" y="2697480"/>
            <a:ext cx="5852160" cy="3200400"/>
          </a:xfrm>
          <a:prstGeom prst="rect">
            <a:avLst/>
          </a:prstGeom>
          <a:noFill/>
          <a:ln/>
        </p:spPr>
        <p:txBody>
          <a:bodyPr wrap="square" lIns="0" tIns="0" rIns="0" bIns="0" rtlCol="0" anchor="t"/>
          <a:lstStyle/>
          <a:p>
            <a:pPr rtl="1" algn="r" marL="177800" indent="-177800">
              <a:spcAft>
                <a:spcPts val="1000"/>
              </a:spcAft>
              <a:buSzPct val="100000"/>
              <a:buChar char="•"/>
            </a:pPr>
            <a:r>
              <a:rPr lang="ar-MA" altLang="en-US" sz="1600" dirty="0">
                <a:solidFill>
                  <a:srgbClr val="F4EFE6"/>
                </a:solidFill>
                <a:latin typeface="Arial" pitchFamily="34" charset="0"/>
                <a:ea typeface="Arial" pitchFamily="34" charset="-122"/>
                <a:cs typeface="Arial" pitchFamily="34" charset="-120"/>
              </a:rPr>
              <a:t>ينتخب مباشرة بعد انتخاب المكتب التنفيذي في الجمع العام العادي.</a:t>
            </a:r>
            <a:endParaRPr lang="ar-MA" sz="1600" dirty="0"/>
          </a:p>
          <a:p>
            <a:pPr rtl="1" algn="r" marL="177800" indent="-177800">
              <a:spcAft>
                <a:spcPts val="1000"/>
              </a:spcAft>
              <a:buSzPct val="100000"/>
              <a:buChar char="•"/>
            </a:pPr>
            <a:r>
              <a:rPr lang="ar-MA" altLang="en-US" sz="1600" dirty="0">
                <a:solidFill>
                  <a:srgbClr val="F4EFE6"/>
                </a:solidFill>
                <a:latin typeface="Arial" pitchFamily="34" charset="0"/>
                <a:ea typeface="Arial" pitchFamily="34" charset="-122"/>
                <a:cs typeface="Arial" pitchFamily="34" charset="-120"/>
              </a:rPr>
              <a:t>يتكون من 20 عضوا عاملا على الأكثر، إضافة إلى أعضاء المكتب التنفيذي ومناديب الأقاليم الستة في حالة انتدابهم.</a:t>
            </a:r>
            <a:endParaRPr lang="ar-MA" sz="1600" dirty="0"/>
          </a:p>
          <a:p>
            <a:pPr rtl="1" algn="r" marL="177800" indent="-177800">
              <a:spcAft>
                <a:spcPts val="1000"/>
              </a:spcAft>
              <a:buSzPct val="100000"/>
              <a:buChar char="•"/>
            </a:pPr>
            <a:r>
              <a:rPr lang="ar-MA" altLang="en-US" sz="1600" dirty="0">
                <a:solidFill>
                  <a:srgbClr val="F4EFE6"/>
                </a:solidFill>
                <a:latin typeface="Arial" pitchFamily="34" charset="0"/>
                <a:ea typeface="Arial" pitchFamily="34" charset="-122"/>
                <a:cs typeface="Arial" pitchFamily="34" charset="-120"/>
              </a:rPr>
              <a:t>دورة أولى قبل بداية الموسم الثقافي والفني للتداول في البرنامج العام.</a:t>
            </a:r>
            <a:endParaRPr lang="ar-MA" sz="1600" dirty="0"/>
          </a:p>
          <a:p>
            <a:pPr rtl="1" algn="r" marL="177800" indent="-177800">
              <a:spcAft>
                <a:spcPts val="1000"/>
              </a:spcAft>
              <a:buSzPct val="100000"/>
              <a:buChar char="•"/>
            </a:pPr>
            <a:r>
              <a:rPr lang="ar-MA" altLang="en-US" sz="1600" dirty="0">
                <a:solidFill>
                  <a:srgbClr val="F4EFE6"/>
                </a:solidFill>
                <a:latin typeface="Arial" pitchFamily="34" charset="0"/>
                <a:ea typeface="Arial" pitchFamily="34" charset="-122"/>
                <a:cs typeface="Arial" pitchFamily="34" charset="-120"/>
              </a:rPr>
              <a:t>دورة ثانية في ختام الموسم.</a:t>
            </a:r>
            <a:endParaRPr lang="ar-MA" sz="1600" dirty="0"/>
          </a:p>
        </p:txBody>
      </p:sp>
      <p:sp>
        <p:nvSpPr>
          <p:cNvPr id="10" name="card"/>
          <p:cNvSpPr/>
          <p:nvPr/>
        </p:nvSpPr>
        <p:spPr>
          <a:xfrm>
            <a:off x="548640" y="1874520"/>
            <a:ext cx="4144975" cy="1325880"/>
          </a:xfrm>
          <a:prstGeom prst="roundRect">
            <a:avLst>
              <a:gd name="adj" fmla="val 8276"/>
            </a:avLst>
          </a:prstGeom>
          <a:solidFill>
            <a:srgbClr val="2B2338"/>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1" name="Text 8"/>
          <p:cNvSpPr txBox="1"/>
          <p:nvPr/>
        </p:nvSpPr>
        <p:spPr>
          <a:xfrm>
            <a:off x="3504895" y="1874520"/>
            <a:ext cx="914400" cy="1325880"/>
          </a:xfrm>
          <a:prstGeom prst="rect">
            <a:avLst/>
          </a:prstGeom>
          <a:noFill/>
          <a:ln/>
        </p:spPr>
        <p:txBody>
          <a:bodyPr wrap="square" lIns="0" tIns="0" rIns="0" bIns="0" rtlCol="0" anchor="ctr"/>
          <a:lstStyle/>
          <a:p>
            <a:pPr algn="ctr" indent="0" marL="0">
              <a:buNone/>
            </a:pPr>
            <a:r>
              <a:rPr lang="ar-MA" altLang="en-US" sz="4800" b="1" dirty="0">
                <a:solidFill>
                  <a:srgbClr val="C9A44C"/>
                </a:solidFill>
                <a:latin typeface="Arial" pitchFamily="34" charset="0"/>
                <a:ea typeface="Arial" pitchFamily="34" charset="-122"/>
                <a:cs typeface="Arial" pitchFamily="34" charset="-120"/>
              </a:rPr>
              <a:t>2</a:t>
            </a:r>
            <a:endParaRPr lang="ar-MA" sz="4800" dirty="0"/>
          </a:p>
        </p:txBody>
      </p:sp>
      <p:sp>
        <p:nvSpPr>
          <p:cNvPr id="12" name="Text 9"/>
          <p:cNvSpPr txBox="1"/>
          <p:nvPr/>
        </p:nvSpPr>
        <p:spPr>
          <a:xfrm>
            <a:off x="777240" y="1874520"/>
            <a:ext cx="2681935" cy="1325880"/>
          </a:xfrm>
          <a:prstGeom prst="rect">
            <a:avLst/>
          </a:prstGeom>
          <a:noFill/>
          <a:ln/>
        </p:spPr>
        <p:txBody>
          <a:bodyPr wrap="square" lIns="0" tIns="0" rIns="0" bIns="0" rtlCol="0" anchor="ctr"/>
          <a:lstStyle/>
          <a:p>
            <a:pPr rtl="1" algn="r" indent="0" marL="0">
              <a:buNone/>
            </a:pPr>
            <a:r>
              <a:rPr lang="ar-MA" altLang="en-US" sz="1700" dirty="0">
                <a:solidFill>
                  <a:srgbClr val="F4EFE6"/>
                </a:solidFill>
                <a:latin typeface="Arial" pitchFamily="34" charset="0"/>
                <a:ea typeface="Arial" pitchFamily="34" charset="-122"/>
                <a:cs typeface="Arial" pitchFamily="34" charset="-120"/>
              </a:rPr>
              <a:t>اجتماعان في السنة</a:t>
            </a:r>
            <a:endParaRPr lang="ar-MA" sz="1700" dirty="0"/>
          </a:p>
        </p:txBody>
      </p:sp>
      <p:sp>
        <p:nvSpPr>
          <p:cNvPr id="13" name="card"/>
          <p:cNvSpPr/>
          <p:nvPr/>
        </p:nvSpPr>
        <p:spPr>
          <a:xfrm>
            <a:off x="548640" y="3383280"/>
            <a:ext cx="4144975" cy="2697480"/>
          </a:xfrm>
          <a:prstGeom prst="roundRect">
            <a:avLst>
              <a:gd name="adj" fmla="val 4068"/>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4" name="Text 11"/>
          <p:cNvSpPr txBox="1"/>
          <p:nvPr/>
        </p:nvSpPr>
        <p:spPr>
          <a:xfrm>
            <a:off x="777240" y="3566160"/>
            <a:ext cx="3687775" cy="411480"/>
          </a:xfrm>
          <a:prstGeom prst="rect">
            <a:avLst/>
          </a:prstGeom>
          <a:noFill/>
          <a:ln/>
        </p:spPr>
        <p:txBody>
          <a:bodyPr wrap="square" lIns="0" tIns="0" rIns="0" bIns="0" rtlCol="0" anchor="t"/>
          <a:lstStyle/>
          <a:p>
            <a:pPr rtl="1" algn="r" indent="0" marL="0">
              <a:buNone/>
            </a:pPr>
            <a:r>
              <a:rPr lang="ar-MA" altLang="en-US" sz="1800" b="1" dirty="0">
                <a:solidFill>
                  <a:srgbClr val="C9A44C"/>
                </a:solidFill>
                <a:latin typeface="Arial" pitchFamily="34" charset="0"/>
                <a:ea typeface="Arial" pitchFamily="34" charset="-122"/>
                <a:cs typeface="Arial" pitchFamily="34" charset="-120"/>
              </a:rPr>
              <a:t>الانتدابات الإقليمية</a:t>
            </a:r>
            <a:endParaRPr lang="ar-MA" sz="1800" dirty="0"/>
          </a:p>
        </p:txBody>
      </p:sp>
      <p:sp>
        <p:nvSpPr>
          <p:cNvPr id="15" name="Text 12"/>
          <p:cNvSpPr txBox="1"/>
          <p:nvPr/>
        </p:nvSpPr>
        <p:spPr>
          <a:xfrm>
            <a:off x="777240" y="4023360"/>
            <a:ext cx="3687775" cy="1920240"/>
          </a:xfrm>
          <a:prstGeom prst="rect">
            <a:avLst/>
          </a:prstGeom>
          <a:noFill/>
          <a:ln/>
        </p:spPr>
        <p:txBody>
          <a:bodyPr wrap="square" lIns="0" tIns="0" rIns="0" bIns="0" rtlCol="0" anchor="t"/>
          <a:lstStyle/>
          <a:p>
            <a:pPr rtl="1" algn="r" indent="0" marL="0">
              <a:buNone/>
            </a:pPr>
            <a:r>
              <a:rPr lang="ar-MA" altLang="en-US" sz="1500" dirty="0">
                <a:solidFill>
                  <a:srgbClr val="F4EFE6"/>
                </a:solidFill>
                <a:latin typeface="Arial" pitchFamily="34" charset="0"/>
                <a:ea typeface="Arial" pitchFamily="34" charset="-122"/>
                <a:cs typeface="Arial" pitchFamily="34" charset="-120"/>
              </a:rPr>
              <a:t>مناديب إقليميون لتسهيل التواصل بين المنخرطين والمكتب التنفيذي، بتزكية بناء على ترشيحات فناني كل إقليم، دون تبعات إدارية. تتجدد التزكية سنويا أو تلغى بقرار من المكتب أو بطلب من منخرطي الإقليم.</a:t>
            </a:r>
            <a:endParaRPr lang="ar-MA"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A44C"/>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274320" y="548640"/>
            <a:ext cx="5486400" cy="3657600"/>
          </a:xfrm>
          <a:prstGeom prst="rect">
            <a:avLst/>
          </a:prstGeom>
          <a:noFill/>
          <a:ln/>
        </p:spPr>
        <p:txBody>
          <a:bodyPr wrap="square" lIns="0" tIns="0" rIns="0" bIns="0" rtlCol="0" anchor="t"/>
          <a:lstStyle/>
          <a:p>
            <a:pPr algn="l" indent="0" marL="0">
              <a:buNone/>
            </a:pPr>
            <a:r>
              <a:rPr lang="ar-MA" altLang="en-US" sz="26000" b="1" dirty="0">
                <a:solidFill>
                  <a:srgbClr val="201A2A"/>
                </a:solidFill>
                <a:latin typeface="Arial" pitchFamily="34" charset="0"/>
                <a:ea typeface="Arial" pitchFamily="34" charset="-122"/>
                <a:cs typeface="Arial" pitchFamily="34" charset="-120"/>
              </a:rPr>
              <a:t>04</a:t>
            </a:r>
            <a:endParaRPr lang="ar-MA" sz="26000" dirty="0"/>
          </a:p>
        </p:txBody>
      </p:sp>
      <p:sp>
        <p:nvSpPr>
          <p:cNvPr id="3" name="badge"/>
          <p:cNvSpPr/>
          <p:nvPr/>
        </p:nvSpPr>
        <p:spPr>
          <a:xfrm>
            <a:off x="10728655" y="1600200"/>
            <a:ext cx="914400" cy="914400"/>
          </a:xfrm>
          <a:prstGeom prst="ellipse">
            <a:avLst/>
          </a:prstGeom>
          <a:solidFill>
            <a:srgbClr val="15111D"/>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0975543" y="1847088"/>
            <a:ext cx="420624" cy="420624"/>
          </a:xfrm>
          <a:prstGeom prst="rect">
            <a:avLst/>
          </a:prstGeom>
        </p:spPr>
      </p:pic>
      <p:sp>
        <p:nvSpPr>
          <p:cNvPr id="5" name="Text 2"/>
          <p:cNvSpPr txBox="1"/>
          <p:nvPr/>
        </p:nvSpPr>
        <p:spPr>
          <a:xfrm>
            <a:off x="548640" y="2697480"/>
            <a:ext cx="11094415" cy="502920"/>
          </a:xfrm>
          <a:prstGeom prst="rect">
            <a:avLst/>
          </a:prstGeom>
          <a:noFill/>
          <a:ln/>
        </p:spPr>
        <p:txBody>
          <a:bodyPr wrap="square" lIns="0" tIns="0" rIns="0" bIns="0" rtlCol="0" anchor="t"/>
          <a:lstStyle/>
          <a:p>
            <a:pPr rtl="1" algn="r" indent="0" marL="0">
              <a:buNone/>
            </a:pPr>
            <a:r>
              <a:rPr lang="ar-MA" altLang="en-US" sz="2200" b="1" dirty="0">
                <a:solidFill>
                  <a:srgbClr val="C9A44C"/>
                </a:solidFill>
                <a:latin typeface="Arial" pitchFamily="34" charset="0"/>
                <a:ea typeface="Arial" pitchFamily="34" charset="-122"/>
                <a:cs typeface="Arial" pitchFamily="34" charset="-120"/>
              </a:rPr>
              <a:t>الباب الرابع</a:t>
            </a:r>
            <a:endParaRPr lang="ar-MA" sz="2200" dirty="0"/>
          </a:p>
        </p:txBody>
      </p:sp>
      <p:sp>
        <p:nvSpPr>
          <p:cNvPr id="6" name="Text 3"/>
          <p:cNvSpPr txBox="1"/>
          <p:nvPr/>
        </p:nvSpPr>
        <p:spPr>
          <a:xfrm>
            <a:off x="548640" y="3200400"/>
            <a:ext cx="11094415" cy="1097280"/>
          </a:xfrm>
          <a:prstGeom prst="rect">
            <a:avLst/>
          </a:prstGeom>
          <a:noFill/>
          <a:ln/>
        </p:spPr>
        <p:txBody>
          <a:bodyPr wrap="square" lIns="0" tIns="0" rIns="0" bIns="0" rtlCol="0" anchor="ctr"/>
          <a:lstStyle/>
          <a:p>
            <a:pPr rtl="1" algn="r" indent="0" marL="0">
              <a:buNone/>
            </a:pPr>
            <a:r>
              <a:rPr lang="ar-MA" altLang="en-US" sz="4800" b="1" dirty="0">
                <a:solidFill>
                  <a:srgbClr val="F4EFE6"/>
                </a:solidFill>
                <a:latin typeface="Arial" pitchFamily="34" charset="0"/>
                <a:ea typeface="Arial" pitchFamily="34" charset="-122"/>
                <a:cs typeface="Arial" pitchFamily="34" charset="-120"/>
              </a:rPr>
              <a:t>اللجان الوظيفية</a:t>
            </a:r>
            <a:endParaRPr lang="ar-MA" sz="4800" dirty="0"/>
          </a:p>
        </p:txBody>
      </p:sp>
      <p:sp>
        <p:nvSpPr>
          <p:cNvPr id="7" name="Text 4"/>
          <p:cNvSpPr txBox="1"/>
          <p:nvPr/>
        </p:nvSpPr>
        <p:spPr>
          <a:xfrm>
            <a:off x="548640" y="4434840"/>
            <a:ext cx="11094415" cy="457200"/>
          </a:xfrm>
          <a:prstGeom prst="rect">
            <a:avLst/>
          </a:prstGeom>
          <a:noFill/>
          <a:ln/>
        </p:spPr>
        <p:txBody>
          <a:bodyPr wrap="square" lIns="0" tIns="0" rIns="0" bIns="0" rtlCol="0" anchor="t"/>
          <a:lstStyle/>
          <a:p>
            <a:pPr rtl="1" algn="r" indent="0" marL="0">
              <a:buNone/>
            </a:pPr>
            <a:r>
              <a:rPr lang="ar-MA" altLang="en-US" sz="1600" dirty="0">
                <a:solidFill>
                  <a:srgbClr val="B4ABC0"/>
                </a:solidFill>
                <a:latin typeface="Arial" pitchFamily="34" charset="0"/>
                <a:ea typeface="Arial" pitchFamily="34" charset="-122"/>
                <a:cs typeface="Arial" pitchFamily="34" charset="-120"/>
              </a:rPr>
              <a:t>الفصل 12</a:t>
            </a:r>
            <a:endParaRPr lang="ar-MA" sz="1600" dirty="0"/>
          </a:p>
        </p:txBody>
      </p:sp>
    </p:spTree>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182880"/>
            <a:ext cx="2743200" cy="1371600"/>
          </a:xfrm>
          <a:prstGeom prst="rect">
            <a:avLst/>
          </a:prstGeom>
          <a:noFill/>
          <a:ln/>
        </p:spPr>
        <p:txBody>
          <a:bodyPr wrap="square" lIns="0" tIns="0" rIns="0" bIns="0" rtlCol="0" anchor="t"/>
          <a:lstStyle/>
          <a:p>
            <a:pPr algn="l" indent="0" marL="0">
              <a:buNone/>
            </a:pPr>
            <a:r>
              <a:rPr lang="ar-MA" altLang="en-US" sz="9600" b="1" dirty="0">
                <a:solidFill>
                  <a:srgbClr val="201A2A"/>
                </a:solidFill>
                <a:latin typeface="Arial" pitchFamily="34" charset="0"/>
                <a:ea typeface="Arial" pitchFamily="34" charset="-122"/>
                <a:cs typeface="Arial" pitchFamily="34" charset="-120"/>
              </a:rPr>
              <a:t>12</a:t>
            </a:r>
            <a:endParaRPr lang="ar-MA" sz="9600" dirty="0"/>
          </a:p>
        </p:txBody>
      </p:sp>
      <p:sp>
        <p:nvSpPr>
          <p:cNvPr id="3" name="badge"/>
          <p:cNvSpPr/>
          <p:nvPr/>
        </p:nvSpPr>
        <p:spPr>
          <a:xfrm>
            <a:off x="10984687" y="566928"/>
            <a:ext cx="658368" cy="658368"/>
          </a:xfrm>
          <a:prstGeom prst="ellipse">
            <a:avLst/>
          </a:prstGeom>
          <a:solidFill>
            <a:srgbClr val="C9A44C"/>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1162447" y="744687"/>
            <a:ext cx="302849" cy="302849"/>
          </a:xfrm>
          <a:prstGeom prst="rect">
            <a:avLst/>
          </a:prstGeom>
        </p:spPr>
      </p:pic>
      <p:sp>
        <p:nvSpPr>
          <p:cNvPr id="5" name="Text 2"/>
          <p:cNvSpPr txBox="1"/>
          <p:nvPr/>
        </p:nvSpPr>
        <p:spPr>
          <a:xfrm>
            <a:off x="548640" y="457200"/>
            <a:ext cx="10225735" cy="365760"/>
          </a:xfrm>
          <a:prstGeom prst="rect">
            <a:avLst/>
          </a:prstGeom>
          <a:noFill/>
          <a:ln/>
        </p:spPr>
        <p:txBody>
          <a:bodyPr wrap="square" lIns="0" tIns="0" rIns="0" bIns="0" rtlCol="0" anchor="t"/>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الفصل الثاني عشر</a:t>
            </a:r>
            <a:endParaRPr lang="ar-MA" sz="1600" dirty="0"/>
          </a:p>
        </p:txBody>
      </p:sp>
      <p:sp>
        <p:nvSpPr>
          <p:cNvPr id="6" name="Text 3"/>
          <p:cNvSpPr txBox="1"/>
          <p:nvPr/>
        </p:nvSpPr>
        <p:spPr>
          <a:xfrm>
            <a:off x="548640" y="786384"/>
            <a:ext cx="10225735" cy="731520"/>
          </a:xfrm>
          <a:prstGeom prst="rect">
            <a:avLst/>
          </a:prstGeom>
          <a:noFill/>
          <a:ln/>
        </p:spPr>
        <p:txBody>
          <a:bodyPr wrap="square" lIns="0" tIns="0" rIns="0" bIns="0" rtlCol="0" anchor="ctr"/>
          <a:lstStyle/>
          <a:p>
            <a:pPr rtl="1" algn="r" indent="0" marL="0">
              <a:buNone/>
            </a:pPr>
            <a:r>
              <a:rPr lang="ar-MA" altLang="en-US" sz="3600" b="1" dirty="0">
                <a:solidFill>
                  <a:srgbClr val="F4EFE6"/>
                </a:solidFill>
                <a:latin typeface="Arial" pitchFamily="34" charset="0"/>
                <a:ea typeface="Arial" pitchFamily="34" charset="-122"/>
                <a:cs typeface="Arial" pitchFamily="34" charset="-120"/>
              </a:rPr>
              <a:t>اللجان الدائمة</a:t>
            </a:r>
            <a:endParaRPr lang="ar-MA" sz="3600" dirty="0"/>
          </a:p>
        </p:txBody>
      </p:sp>
      <p:sp>
        <p:nvSpPr>
          <p:cNvPr id="7" name="card"/>
          <p:cNvSpPr/>
          <p:nvPr/>
        </p:nvSpPr>
        <p:spPr>
          <a:xfrm>
            <a:off x="9585107" y="1828800"/>
            <a:ext cx="2057949" cy="3337560"/>
          </a:xfrm>
          <a:prstGeom prst="roundRect">
            <a:avLst>
              <a:gd name="adj" fmla="val 5332"/>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8" name="badge"/>
          <p:cNvSpPr/>
          <p:nvPr/>
        </p:nvSpPr>
        <p:spPr>
          <a:xfrm>
            <a:off x="10266609" y="2103120"/>
            <a:ext cx="694944" cy="694944"/>
          </a:xfrm>
          <a:prstGeom prst="ellipse">
            <a:avLst/>
          </a:prstGeom>
          <a:solidFill>
            <a:srgbClr val="C9A44C"/>
          </a:solidFill>
          <a:ln w="12700">
            <a:solidFill>
              <a:srgbClr val="C9A44C"/>
            </a:solidFill>
            <a:prstDash val="solid"/>
          </a:ln>
        </p:spPr>
      </p:sp>
      <p:pic>
        <p:nvPicPr>
          <p:cNvPr id="9" name="Image 1" descr="preencoded.png">    </p:cNvPr>
          <p:cNvPicPr>
            <a:picLocks noChangeAspect="1"/>
          </p:cNvPicPr>
          <p:nvPr/>
        </p:nvPicPr>
        <p:blipFill>
          <a:blip r:embed="rId2"/>
          <a:stretch>
            <a:fillRect/>
          </a:stretch>
        </p:blipFill>
        <p:spPr>
          <a:xfrm>
            <a:off x="10454244" y="2290755"/>
            <a:ext cx="319674" cy="319674"/>
          </a:xfrm>
          <a:prstGeom prst="rect">
            <a:avLst/>
          </a:prstGeom>
        </p:spPr>
      </p:pic>
      <p:sp>
        <p:nvSpPr>
          <p:cNvPr id="10" name="Text 6"/>
          <p:cNvSpPr txBox="1"/>
          <p:nvPr/>
        </p:nvSpPr>
        <p:spPr>
          <a:xfrm>
            <a:off x="9722267" y="2926080"/>
            <a:ext cx="1783629" cy="731520"/>
          </a:xfrm>
          <a:prstGeom prst="rect">
            <a:avLst/>
          </a:prstGeom>
          <a:noFill/>
          <a:ln/>
        </p:spPr>
        <p:txBody>
          <a:bodyPr wrap="square" lIns="0" tIns="0" rIns="0" bIns="0" rtlCol="0" anchor="ctr"/>
          <a:lstStyle/>
          <a:p>
            <a:pPr rtl="1" algn="ctr" indent="0" marL="0">
              <a:buNone/>
            </a:pPr>
            <a:r>
              <a:rPr lang="ar-MA" altLang="en-US" sz="1600" b="1" dirty="0">
                <a:solidFill>
                  <a:srgbClr val="C9A44C"/>
                </a:solidFill>
                <a:latin typeface="Arial" pitchFamily="34" charset="0"/>
                <a:ea typeface="Arial" pitchFamily="34" charset="-122"/>
                <a:cs typeface="Arial" pitchFamily="34" charset="-120"/>
              </a:rPr>
              <a:t>اللجنة القانونية</a:t>
            </a:r>
            <a:endParaRPr lang="ar-MA" sz="1600" dirty="0"/>
          </a:p>
        </p:txBody>
      </p:sp>
      <p:sp>
        <p:nvSpPr>
          <p:cNvPr id="11" name="Text 7"/>
          <p:cNvSpPr txBox="1"/>
          <p:nvPr/>
        </p:nvSpPr>
        <p:spPr>
          <a:xfrm>
            <a:off x="9767987" y="3703320"/>
            <a:ext cx="1692189" cy="1371600"/>
          </a:xfrm>
          <a:prstGeom prst="rect">
            <a:avLst/>
          </a:prstGeom>
          <a:noFill/>
          <a:ln/>
        </p:spPr>
        <p:txBody>
          <a:bodyPr wrap="square" lIns="0" tIns="0" rIns="0" bIns="0" rtlCol="0" anchor="t"/>
          <a:lstStyle/>
          <a:p>
            <a:pPr rtl="1" algn="ctr" indent="0" marL="0">
              <a:buNone/>
            </a:pPr>
            <a:r>
              <a:rPr lang="ar-MA" altLang="en-US" sz="1300" dirty="0">
                <a:solidFill>
                  <a:srgbClr val="F4EFE6"/>
                </a:solidFill>
                <a:latin typeface="Arial" pitchFamily="34" charset="0"/>
                <a:ea typeface="Arial" pitchFamily="34" charset="-122"/>
                <a:cs typeface="Arial" pitchFamily="34" charset="-120"/>
              </a:rPr>
              <a:t>تأطير وتأمين كل ما هو قانوني داخل الجمعية، وحماية أعضائها قانونيا</a:t>
            </a:r>
            <a:endParaRPr lang="ar-MA" sz="1300" dirty="0"/>
          </a:p>
        </p:txBody>
      </p:sp>
      <p:sp>
        <p:nvSpPr>
          <p:cNvPr id="12" name="card"/>
          <p:cNvSpPr/>
          <p:nvPr/>
        </p:nvSpPr>
        <p:spPr>
          <a:xfrm>
            <a:off x="7325990" y="1828800"/>
            <a:ext cx="2057949" cy="3337560"/>
          </a:xfrm>
          <a:prstGeom prst="roundRect">
            <a:avLst>
              <a:gd name="adj" fmla="val 5332"/>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3" name="badge"/>
          <p:cNvSpPr/>
          <p:nvPr/>
        </p:nvSpPr>
        <p:spPr>
          <a:xfrm>
            <a:off x="8007492" y="2103120"/>
            <a:ext cx="694944" cy="694944"/>
          </a:xfrm>
          <a:prstGeom prst="ellipse">
            <a:avLst/>
          </a:prstGeom>
          <a:solidFill>
            <a:srgbClr val="C9A44C"/>
          </a:solidFill>
          <a:ln w="12700">
            <a:solidFill>
              <a:srgbClr val="C9A44C"/>
            </a:solidFill>
            <a:prstDash val="solid"/>
          </a:ln>
        </p:spPr>
      </p:sp>
      <p:pic>
        <p:nvPicPr>
          <p:cNvPr id="14" name="Image 2" descr="preencoded.png">    </p:cNvPr>
          <p:cNvPicPr>
            <a:picLocks noChangeAspect="1"/>
          </p:cNvPicPr>
          <p:nvPr/>
        </p:nvPicPr>
        <p:blipFill>
          <a:blip r:embed="rId3"/>
          <a:stretch>
            <a:fillRect/>
          </a:stretch>
        </p:blipFill>
        <p:spPr>
          <a:xfrm>
            <a:off x="8195127" y="2290755"/>
            <a:ext cx="319674" cy="319674"/>
          </a:xfrm>
          <a:prstGeom prst="rect">
            <a:avLst/>
          </a:prstGeom>
        </p:spPr>
      </p:pic>
      <p:sp>
        <p:nvSpPr>
          <p:cNvPr id="15" name="Text 10"/>
          <p:cNvSpPr txBox="1"/>
          <p:nvPr/>
        </p:nvSpPr>
        <p:spPr>
          <a:xfrm>
            <a:off x="7463150" y="2926080"/>
            <a:ext cx="1783629" cy="731520"/>
          </a:xfrm>
          <a:prstGeom prst="rect">
            <a:avLst/>
          </a:prstGeom>
          <a:noFill/>
          <a:ln/>
        </p:spPr>
        <p:txBody>
          <a:bodyPr wrap="square" lIns="0" tIns="0" rIns="0" bIns="0" rtlCol="0" anchor="ctr"/>
          <a:lstStyle/>
          <a:p>
            <a:pPr rtl="1" algn="ctr" indent="0" marL="0">
              <a:buNone/>
            </a:pPr>
            <a:r>
              <a:rPr lang="ar-MA" altLang="en-US" sz="1600" b="1" dirty="0">
                <a:solidFill>
                  <a:srgbClr val="C9A44C"/>
                </a:solidFill>
                <a:latin typeface="Arial" pitchFamily="34" charset="0"/>
                <a:ea typeface="Arial" pitchFamily="34" charset="-122"/>
                <a:cs typeface="Arial" pitchFamily="34" charset="-120"/>
              </a:rPr>
              <a:t>لجنة التكوين</a:t>
            </a:r>
            <a:endParaRPr lang="ar-MA" sz="1600" dirty="0"/>
          </a:p>
        </p:txBody>
      </p:sp>
      <p:sp>
        <p:nvSpPr>
          <p:cNvPr id="16" name="Text 11"/>
          <p:cNvSpPr txBox="1"/>
          <p:nvPr/>
        </p:nvSpPr>
        <p:spPr>
          <a:xfrm>
            <a:off x="7508870" y="3703320"/>
            <a:ext cx="1692189" cy="1371600"/>
          </a:xfrm>
          <a:prstGeom prst="rect">
            <a:avLst/>
          </a:prstGeom>
          <a:noFill/>
          <a:ln/>
        </p:spPr>
        <p:txBody>
          <a:bodyPr wrap="square" lIns="0" tIns="0" rIns="0" bIns="0" rtlCol="0" anchor="t"/>
          <a:lstStyle/>
          <a:p>
            <a:pPr rtl="1" algn="ctr" indent="0" marL="0">
              <a:buNone/>
            </a:pPr>
            <a:r>
              <a:rPr lang="ar-MA" altLang="en-US" sz="1300" dirty="0">
                <a:solidFill>
                  <a:srgbClr val="F4EFE6"/>
                </a:solidFill>
                <a:latin typeface="Arial" pitchFamily="34" charset="0"/>
                <a:ea typeface="Arial" pitchFamily="34" charset="-122"/>
                <a:cs typeface="Arial" pitchFamily="34" charset="-120"/>
              </a:rPr>
              <a:t>تطوير كفاءات الفنانين بالتكوين والتكوين المستمر، ورفع المستوى المهني</a:t>
            </a:r>
            <a:endParaRPr lang="ar-MA" sz="1300" dirty="0"/>
          </a:p>
        </p:txBody>
      </p:sp>
      <p:sp>
        <p:nvSpPr>
          <p:cNvPr id="17" name="card"/>
          <p:cNvSpPr/>
          <p:nvPr/>
        </p:nvSpPr>
        <p:spPr>
          <a:xfrm>
            <a:off x="5066873" y="1828800"/>
            <a:ext cx="2057949" cy="3337560"/>
          </a:xfrm>
          <a:prstGeom prst="roundRect">
            <a:avLst>
              <a:gd name="adj" fmla="val 5332"/>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8" name="badge"/>
          <p:cNvSpPr/>
          <p:nvPr/>
        </p:nvSpPr>
        <p:spPr>
          <a:xfrm>
            <a:off x="5748376" y="2103120"/>
            <a:ext cx="694944" cy="694944"/>
          </a:xfrm>
          <a:prstGeom prst="ellipse">
            <a:avLst/>
          </a:prstGeom>
          <a:solidFill>
            <a:srgbClr val="C9A44C"/>
          </a:solidFill>
          <a:ln w="12700">
            <a:solidFill>
              <a:srgbClr val="C9A44C"/>
            </a:solidFill>
            <a:prstDash val="solid"/>
          </a:ln>
        </p:spPr>
      </p:sp>
      <p:pic>
        <p:nvPicPr>
          <p:cNvPr id="19" name="Image 3" descr="preencoded.png">    </p:cNvPr>
          <p:cNvPicPr>
            <a:picLocks noChangeAspect="1"/>
          </p:cNvPicPr>
          <p:nvPr/>
        </p:nvPicPr>
        <p:blipFill>
          <a:blip r:embed="rId4"/>
          <a:stretch>
            <a:fillRect/>
          </a:stretch>
        </p:blipFill>
        <p:spPr>
          <a:xfrm>
            <a:off x="5936010" y="2290755"/>
            <a:ext cx="319674" cy="319674"/>
          </a:xfrm>
          <a:prstGeom prst="rect">
            <a:avLst/>
          </a:prstGeom>
        </p:spPr>
      </p:pic>
      <p:sp>
        <p:nvSpPr>
          <p:cNvPr id="20" name="Text 14"/>
          <p:cNvSpPr txBox="1"/>
          <p:nvPr/>
        </p:nvSpPr>
        <p:spPr>
          <a:xfrm>
            <a:off x="5204033" y="2926080"/>
            <a:ext cx="1783629" cy="731520"/>
          </a:xfrm>
          <a:prstGeom prst="rect">
            <a:avLst/>
          </a:prstGeom>
          <a:noFill/>
          <a:ln/>
        </p:spPr>
        <p:txBody>
          <a:bodyPr wrap="square" lIns="0" tIns="0" rIns="0" bIns="0" rtlCol="0" anchor="ctr"/>
          <a:lstStyle/>
          <a:p>
            <a:pPr rtl="1" algn="ctr" indent="0" marL="0">
              <a:buNone/>
            </a:pPr>
            <a:r>
              <a:rPr lang="ar-MA" altLang="en-US" sz="1600" b="1" dirty="0">
                <a:solidFill>
                  <a:srgbClr val="C9A44C"/>
                </a:solidFill>
                <a:latin typeface="Arial" pitchFamily="34" charset="0"/>
                <a:ea typeface="Arial" pitchFamily="34" charset="-122"/>
                <a:cs typeface="Arial" pitchFamily="34" charset="-120"/>
              </a:rPr>
              <a:t>لجنة المواكبة والتشغيل</a:t>
            </a:r>
            <a:endParaRPr lang="ar-MA" sz="1600" dirty="0"/>
          </a:p>
        </p:txBody>
      </p:sp>
      <p:sp>
        <p:nvSpPr>
          <p:cNvPr id="21" name="Text 15"/>
          <p:cNvSpPr txBox="1"/>
          <p:nvPr/>
        </p:nvSpPr>
        <p:spPr>
          <a:xfrm>
            <a:off x="5249753" y="3703320"/>
            <a:ext cx="1692189" cy="1371600"/>
          </a:xfrm>
          <a:prstGeom prst="rect">
            <a:avLst/>
          </a:prstGeom>
          <a:noFill/>
          <a:ln/>
        </p:spPr>
        <p:txBody>
          <a:bodyPr wrap="square" lIns="0" tIns="0" rIns="0" bIns="0" rtlCol="0" anchor="t"/>
          <a:lstStyle/>
          <a:p>
            <a:pPr rtl="1" algn="ctr" indent="0" marL="0">
              <a:buNone/>
            </a:pPr>
            <a:r>
              <a:rPr lang="ar-MA" altLang="en-US" sz="1300" dirty="0">
                <a:solidFill>
                  <a:srgbClr val="F4EFE6"/>
                </a:solidFill>
                <a:latin typeface="Arial" pitchFamily="34" charset="0"/>
                <a:ea typeface="Arial" pitchFamily="34" charset="-122"/>
                <a:cs typeface="Arial" pitchFamily="34" charset="-120"/>
              </a:rPr>
              <a:t>رصد العطالة الفنية وتوثيقها، وتقديم ملفات المنخرطين للمشغلين</a:t>
            </a:r>
            <a:endParaRPr lang="ar-MA" sz="1300" dirty="0"/>
          </a:p>
        </p:txBody>
      </p:sp>
      <p:sp>
        <p:nvSpPr>
          <p:cNvPr id="22" name="card"/>
          <p:cNvSpPr/>
          <p:nvPr/>
        </p:nvSpPr>
        <p:spPr>
          <a:xfrm>
            <a:off x="2807757" y="1828800"/>
            <a:ext cx="2057949" cy="3337560"/>
          </a:xfrm>
          <a:prstGeom prst="roundRect">
            <a:avLst>
              <a:gd name="adj" fmla="val 5332"/>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23" name="badge"/>
          <p:cNvSpPr/>
          <p:nvPr/>
        </p:nvSpPr>
        <p:spPr>
          <a:xfrm>
            <a:off x="3489259" y="2103120"/>
            <a:ext cx="694944" cy="694944"/>
          </a:xfrm>
          <a:prstGeom prst="ellipse">
            <a:avLst/>
          </a:prstGeom>
          <a:solidFill>
            <a:srgbClr val="C9A44C"/>
          </a:solidFill>
          <a:ln w="12700">
            <a:solidFill>
              <a:srgbClr val="C9A44C"/>
            </a:solidFill>
            <a:prstDash val="solid"/>
          </a:ln>
        </p:spPr>
      </p:sp>
      <p:pic>
        <p:nvPicPr>
          <p:cNvPr id="24" name="Image 4" descr="preencoded.png">    </p:cNvPr>
          <p:cNvPicPr>
            <a:picLocks noChangeAspect="1"/>
          </p:cNvPicPr>
          <p:nvPr/>
        </p:nvPicPr>
        <p:blipFill>
          <a:blip r:embed="rId5"/>
          <a:stretch>
            <a:fillRect/>
          </a:stretch>
        </p:blipFill>
        <p:spPr>
          <a:xfrm>
            <a:off x="3676894" y="2290755"/>
            <a:ext cx="319674" cy="319674"/>
          </a:xfrm>
          <a:prstGeom prst="rect">
            <a:avLst/>
          </a:prstGeom>
        </p:spPr>
      </p:pic>
      <p:sp>
        <p:nvSpPr>
          <p:cNvPr id="25" name="Text 18"/>
          <p:cNvSpPr txBox="1"/>
          <p:nvPr/>
        </p:nvSpPr>
        <p:spPr>
          <a:xfrm>
            <a:off x="2944917" y="2926080"/>
            <a:ext cx="1783629" cy="731520"/>
          </a:xfrm>
          <a:prstGeom prst="rect">
            <a:avLst/>
          </a:prstGeom>
          <a:noFill/>
          <a:ln/>
        </p:spPr>
        <p:txBody>
          <a:bodyPr wrap="square" lIns="0" tIns="0" rIns="0" bIns="0" rtlCol="0" anchor="ctr"/>
          <a:lstStyle/>
          <a:p>
            <a:pPr rtl="1" algn="ctr" indent="0" marL="0">
              <a:buNone/>
            </a:pPr>
            <a:r>
              <a:rPr lang="ar-MA" altLang="en-US" sz="1600" b="1" dirty="0">
                <a:solidFill>
                  <a:srgbClr val="C9A44C"/>
                </a:solidFill>
                <a:latin typeface="Arial" pitchFamily="34" charset="0"/>
                <a:ea typeface="Arial" pitchFamily="34" charset="-122"/>
                <a:cs typeface="Arial" pitchFamily="34" charset="-120"/>
              </a:rPr>
              <a:t>لجنة الوساطة المهنية</a:t>
            </a:r>
            <a:endParaRPr lang="ar-MA" sz="1600" dirty="0"/>
          </a:p>
        </p:txBody>
      </p:sp>
      <p:sp>
        <p:nvSpPr>
          <p:cNvPr id="26" name="Text 19"/>
          <p:cNvSpPr txBox="1"/>
          <p:nvPr/>
        </p:nvSpPr>
        <p:spPr>
          <a:xfrm>
            <a:off x="2990637" y="3703320"/>
            <a:ext cx="1692189" cy="1371600"/>
          </a:xfrm>
          <a:prstGeom prst="rect">
            <a:avLst/>
          </a:prstGeom>
          <a:noFill/>
          <a:ln/>
        </p:spPr>
        <p:txBody>
          <a:bodyPr wrap="square" lIns="0" tIns="0" rIns="0" bIns="0" rtlCol="0" anchor="t"/>
          <a:lstStyle/>
          <a:p>
            <a:pPr rtl="1" algn="ctr" indent="0" marL="0">
              <a:buNone/>
            </a:pPr>
            <a:r>
              <a:rPr lang="ar-MA" altLang="en-US" sz="1300" dirty="0">
                <a:solidFill>
                  <a:srgbClr val="F4EFE6"/>
                </a:solidFill>
                <a:latin typeface="Arial" pitchFamily="34" charset="0"/>
                <a:ea typeface="Arial" pitchFamily="34" charset="-122"/>
                <a:cs typeface="Arial" pitchFamily="34" charset="-120"/>
              </a:rPr>
              <a:t>حل النزاعات بشكل ودي قبل اتخاذ المساطر القانونية</a:t>
            </a:r>
            <a:endParaRPr lang="ar-MA" sz="1300" dirty="0"/>
          </a:p>
        </p:txBody>
      </p:sp>
      <p:sp>
        <p:nvSpPr>
          <p:cNvPr id="27" name="card"/>
          <p:cNvSpPr/>
          <p:nvPr/>
        </p:nvSpPr>
        <p:spPr>
          <a:xfrm>
            <a:off x="548640" y="1828800"/>
            <a:ext cx="2057949" cy="3337560"/>
          </a:xfrm>
          <a:prstGeom prst="roundRect">
            <a:avLst>
              <a:gd name="adj" fmla="val 5332"/>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28" name="badge"/>
          <p:cNvSpPr/>
          <p:nvPr/>
        </p:nvSpPr>
        <p:spPr>
          <a:xfrm>
            <a:off x="1230142" y="2103120"/>
            <a:ext cx="694944" cy="694944"/>
          </a:xfrm>
          <a:prstGeom prst="ellipse">
            <a:avLst/>
          </a:prstGeom>
          <a:solidFill>
            <a:srgbClr val="C9A44C"/>
          </a:solidFill>
          <a:ln w="12700">
            <a:solidFill>
              <a:srgbClr val="C9A44C"/>
            </a:solidFill>
            <a:prstDash val="solid"/>
          </a:ln>
        </p:spPr>
      </p:sp>
      <p:pic>
        <p:nvPicPr>
          <p:cNvPr id="29" name="Image 5" descr="preencoded.png">    </p:cNvPr>
          <p:cNvPicPr>
            <a:picLocks noChangeAspect="1"/>
          </p:cNvPicPr>
          <p:nvPr/>
        </p:nvPicPr>
        <p:blipFill>
          <a:blip r:embed="rId6"/>
          <a:stretch>
            <a:fillRect/>
          </a:stretch>
        </p:blipFill>
        <p:spPr>
          <a:xfrm>
            <a:off x="1417777" y="2290755"/>
            <a:ext cx="319674" cy="319674"/>
          </a:xfrm>
          <a:prstGeom prst="rect">
            <a:avLst/>
          </a:prstGeom>
        </p:spPr>
      </p:pic>
      <p:sp>
        <p:nvSpPr>
          <p:cNvPr id="30" name="Text 22"/>
          <p:cNvSpPr txBox="1"/>
          <p:nvPr/>
        </p:nvSpPr>
        <p:spPr>
          <a:xfrm>
            <a:off x="685800" y="2926080"/>
            <a:ext cx="1783629" cy="731520"/>
          </a:xfrm>
          <a:prstGeom prst="rect">
            <a:avLst/>
          </a:prstGeom>
          <a:noFill/>
          <a:ln/>
        </p:spPr>
        <p:txBody>
          <a:bodyPr wrap="square" lIns="0" tIns="0" rIns="0" bIns="0" rtlCol="0" anchor="ctr"/>
          <a:lstStyle/>
          <a:p>
            <a:pPr rtl="1" algn="ctr" indent="0" marL="0">
              <a:buNone/>
            </a:pPr>
            <a:r>
              <a:rPr lang="ar-MA" altLang="en-US" sz="1600" b="1" dirty="0">
                <a:solidFill>
                  <a:srgbClr val="C9A44C"/>
                </a:solidFill>
                <a:latin typeface="Arial" pitchFamily="34" charset="0"/>
                <a:ea typeface="Arial" pitchFamily="34" charset="-122"/>
                <a:cs typeface="Arial" pitchFamily="34" charset="-120"/>
              </a:rPr>
              <a:t>لجنة العلاقات الدولية</a:t>
            </a:r>
            <a:endParaRPr lang="ar-MA" sz="1600" dirty="0"/>
          </a:p>
        </p:txBody>
      </p:sp>
      <p:sp>
        <p:nvSpPr>
          <p:cNvPr id="31" name="Text 23"/>
          <p:cNvSpPr txBox="1"/>
          <p:nvPr/>
        </p:nvSpPr>
        <p:spPr>
          <a:xfrm>
            <a:off x="731520" y="3703320"/>
            <a:ext cx="1692189" cy="1371600"/>
          </a:xfrm>
          <a:prstGeom prst="rect">
            <a:avLst/>
          </a:prstGeom>
          <a:noFill/>
          <a:ln/>
        </p:spPr>
        <p:txBody>
          <a:bodyPr wrap="square" lIns="0" tIns="0" rIns="0" bIns="0" rtlCol="0" anchor="t"/>
          <a:lstStyle/>
          <a:p>
            <a:pPr rtl="1" algn="ctr" indent="0" marL="0">
              <a:buNone/>
            </a:pPr>
            <a:r>
              <a:rPr lang="ar-MA" altLang="en-US" sz="1300" dirty="0">
                <a:solidFill>
                  <a:srgbClr val="F4EFE6"/>
                </a:solidFill>
                <a:latin typeface="Arial" pitchFamily="34" charset="0"/>
                <a:ea typeface="Arial" pitchFamily="34" charset="-122"/>
                <a:cs typeface="Arial" pitchFamily="34" charset="-120"/>
              </a:rPr>
              <a:t>توسيع إشعاع الجمعية دوليا وبناء شراكات مع هيئات لها نفس الأهداف</a:t>
            </a:r>
            <a:endParaRPr lang="ar-MA" sz="1300" dirty="0"/>
          </a:p>
        </p:txBody>
      </p:sp>
      <p:sp>
        <p:nvSpPr>
          <p:cNvPr id="32" name="card"/>
          <p:cNvSpPr/>
          <p:nvPr/>
        </p:nvSpPr>
        <p:spPr>
          <a:xfrm>
            <a:off x="548640" y="5394960"/>
            <a:ext cx="11094415" cy="731520"/>
          </a:xfrm>
          <a:prstGeom prst="roundRect">
            <a:avLst>
              <a:gd name="adj" fmla="val 15000"/>
            </a:avLst>
          </a:prstGeom>
          <a:solidFill>
            <a:srgbClr val="2B2338"/>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33" name="Text 25"/>
          <p:cNvSpPr txBox="1"/>
          <p:nvPr/>
        </p:nvSpPr>
        <p:spPr>
          <a:xfrm>
            <a:off x="914400" y="5394960"/>
            <a:ext cx="10362895" cy="731520"/>
          </a:xfrm>
          <a:prstGeom prst="rect">
            <a:avLst/>
          </a:prstGeom>
          <a:noFill/>
          <a:ln/>
        </p:spPr>
        <p:txBody>
          <a:bodyPr wrap="square" lIns="0" tIns="0" rIns="0" bIns="0" rtlCol="0" anchor="ctr"/>
          <a:lstStyle/>
          <a:p>
            <a:pPr rtl="1" algn="r" indent="0" marL="0">
              <a:buNone/>
            </a:pPr>
            <a:r>
              <a:rPr lang="ar-MA" altLang="en-US" sz="1700" b="1" dirty="0">
                <a:solidFill>
                  <a:srgbClr val="E2C987"/>
                </a:solidFill>
                <a:latin typeface="Arial" pitchFamily="34" charset="0"/>
                <a:ea typeface="Arial" pitchFamily="34" charset="-122"/>
                <a:cs typeface="Arial" pitchFamily="34" charset="-120"/>
              </a:rPr>
              <a:t>كما يمكن للمكتب إحداث لجان وظيفية أخرى، أو إلغاء لجان قائمة.</a:t>
            </a:r>
            <a:endParaRPr lang="ar-MA" sz="17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A44C"/>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274320" y="548640"/>
            <a:ext cx="5486400" cy="3657600"/>
          </a:xfrm>
          <a:prstGeom prst="rect">
            <a:avLst/>
          </a:prstGeom>
          <a:noFill/>
          <a:ln/>
        </p:spPr>
        <p:txBody>
          <a:bodyPr wrap="square" lIns="0" tIns="0" rIns="0" bIns="0" rtlCol="0" anchor="t"/>
          <a:lstStyle/>
          <a:p>
            <a:pPr algn="l" indent="0" marL="0">
              <a:buNone/>
            </a:pPr>
            <a:r>
              <a:rPr lang="ar-MA" altLang="en-US" sz="26000" b="1" dirty="0">
                <a:solidFill>
                  <a:srgbClr val="201A2A"/>
                </a:solidFill>
                <a:latin typeface="Arial" pitchFamily="34" charset="0"/>
                <a:ea typeface="Arial" pitchFamily="34" charset="-122"/>
                <a:cs typeface="Arial" pitchFamily="34" charset="-120"/>
              </a:rPr>
              <a:t>05</a:t>
            </a:r>
            <a:endParaRPr lang="ar-MA" sz="26000" dirty="0"/>
          </a:p>
        </p:txBody>
      </p:sp>
      <p:sp>
        <p:nvSpPr>
          <p:cNvPr id="3" name="badge"/>
          <p:cNvSpPr/>
          <p:nvPr/>
        </p:nvSpPr>
        <p:spPr>
          <a:xfrm>
            <a:off x="10728655" y="1600200"/>
            <a:ext cx="914400" cy="914400"/>
          </a:xfrm>
          <a:prstGeom prst="ellipse">
            <a:avLst/>
          </a:prstGeom>
          <a:solidFill>
            <a:srgbClr val="15111D"/>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0975543" y="1847088"/>
            <a:ext cx="420624" cy="420624"/>
          </a:xfrm>
          <a:prstGeom prst="rect">
            <a:avLst/>
          </a:prstGeom>
        </p:spPr>
      </p:pic>
      <p:sp>
        <p:nvSpPr>
          <p:cNvPr id="5" name="Text 2"/>
          <p:cNvSpPr txBox="1"/>
          <p:nvPr/>
        </p:nvSpPr>
        <p:spPr>
          <a:xfrm>
            <a:off x="548640" y="2697480"/>
            <a:ext cx="11094415" cy="502920"/>
          </a:xfrm>
          <a:prstGeom prst="rect">
            <a:avLst/>
          </a:prstGeom>
          <a:noFill/>
          <a:ln/>
        </p:spPr>
        <p:txBody>
          <a:bodyPr wrap="square" lIns="0" tIns="0" rIns="0" bIns="0" rtlCol="0" anchor="t"/>
          <a:lstStyle/>
          <a:p>
            <a:pPr rtl="1" algn="r" indent="0" marL="0">
              <a:buNone/>
            </a:pPr>
            <a:r>
              <a:rPr lang="ar-MA" altLang="en-US" sz="2200" b="1" dirty="0">
                <a:solidFill>
                  <a:srgbClr val="C9A44C"/>
                </a:solidFill>
                <a:latin typeface="Arial" pitchFamily="34" charset="0"/>
                <a:ea typeface="Arial" pitchFamily="34" charset="-122"/>
                <a:cs typeface="Arial" pitchFamily="34" charset="-120"/>
              </a:rPr>
              <a:t>الباب الخامس</a:t>
            </a:r>
            <a:endParaRPr lang="ar-MA" sz="2200" dirty="0"/>
          </a:p>
        </p:txBody>
      </p:sp>
      <p:sp>
        <p:nvSpPr>
          <p:cNvPr id="6" name="Text 3"/>
          <p:cNvSpPr txBox="1"/>
          <p:nvPr/>
        </p:nvSpPr>
        <p:spPr>
          <a:xfrm>
            <a:off x="548640" y="3200400"/>
            <a:ext cx="11094415" cy="1097280"/>
          </a:xfrm>
          <a:prstGeom prst="rect">
            <a:avLst/>
          </a:prstGeom>
          <a:noFill/>
          <a:ln/>
        </p:spPr>
        <p:txBody>
          <a:bodyPr wrap="square" lIns="0" tIns="0" rIns="0" bIns="0" rtlCol="0" anchor="ctr"/>
          <a:lstStyle/>
          <a:p>
            <a:pPr rtl="1" algn="r" indent="0" marL="0">
              <a:buNone/>
            </a:pPr>
            <a:r>
              <a:rPr lang="ar-MA" altLang="en-US" sz="4800" b="1" dirty="0">
                <a:solidFill>
                  <a:srgbClr val="F4EFE6"/>
                </a:solidFill>
                <a:latin typeface="Arial" pitchFamily="34" charset="0"/>
                <a:ea typeface="Arial" pitchFamily="34" charset="-122"/>
                <a:cs typeface="Arial" pitchFamily="34" charset="-120"/>
              </a:rPr>
              <a:t>الموارد المالية</a:t>
            </a:r>
            <a:endParaRPr lang="ar-MA" sz="4800" dirty="0"/>
          </a:p>
        </p:txBody>
      </p:sp>
      <p:sp>
        <p:nvSpPr>
          <p:cNvPr id="7" name="Text 4"/>
          <p:cNvSpPr txBox="1"/>
          <p:nvPr/>
        </p:nvSpPr>
        <p:spPr>
          <a:xfrm>
            <a:off x="548640" y="4434840"/>
            <a:ext cx="11094415" cy="457200"/>
          </a:xfrm>
          <a:prstGeom prst="rect">
            <a:avLst/>
          </a:prstGeom>
          <a:noFill/>
          <a:ln/>
        </p:spPr>
        <p:txBody>
          <a:bodyPr wrap="square" lIns="0" tIns="0" rIns="0" bIns="0" rtlCol="0" anchor="t"/>
          <a:lstStyle/>
          <a:p>
            <a:pPr rtl="1" algn="r" indent="0" marL="0">
              <a:buNone/>
            </a:pPr>
            <a:r>
              <a:rPr lang="ar-MA" altLang="en-US" sz="1600" dirty="0">
                <a:solidFill>
                  <a:srgbClr val="B4ABC0"/>
                </a:solidFill>
                <a:latin typeface="Arial" pitchFamily="34" charset="0"/>
                <a:ea typeface="Arial" pitchFamily="34" charset="-122"/>
                <a:cs typeface="Arial" pitchFamily="34" charset="-120"/>
              </a:rPr>
              <a:t>الفصلان 13 و14</a:t>
            </a:r>
            <a:endParaRPr lang="ar-MA" sz="1600" dirty="0"/>
          </a:p>
        </p:txBody>
      </p:sp>
    </p:spTree>
  </p:cSld>
  <p:clrMapOvr>
    <a:masterClrMapping/>
  </p:clrMapOvr>
  <p:transition spd="slow">
    <p:fade thruBlk="1"/>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182880"/>
            <a:ext cx="2743200" cy="1371600"/>
          </a:xfrm>
          <a:prstGeom prst="rect">
            <a:avLst/>
          </a:prstGeom>
          <a:noFill/>
          <a:ln/>
        </p:spPr>
        <p:txBody>
          <a:bodyPr wrap="square" lIns="0" tIns="0" rIns="0" bIns="0" rtlCol="0" anchor="t"/>
          <a:lstStyle/>
          <a:p>
            <a:pPr algn="l" indent="0" marL="0">
              <a:buNone/>
            </a:pPr>
            <a:r>
              <a:rPr lang="ar-MA" altLang="en-US" sz="9600" b="1" dirty="0">
                <a:solidFill>
                  <a:srgbClr val="201A2A"/>
                </a:solidFill>
                <a:latin typeface="Arial" pitchFamily="34" charset="0"/>
                <a:ea typeface="Arial" pitchFamily="34" charset="-122"/>
                <a:cs typeface="Arial" pitchFamily="34" charset="-120"/>
              </a:rPr>
              <a:t>13</a:t>
            </a:r>
            <a:endParaRPr lang="ar-MA" sz="9600" dirty="0"/>
          </a:p>
        </p:txBody>
      </p:sp>
      <p:sp>
        <p:nvSpPr>
          <p:cNvPr id="3" name="badge"/>
          <p:cNvSpPr/>
          <p:nvPr/>
        </p:nvSpPr>
        <p:spPr>
          <a:xfrm>
            <a:off x="10984687" y="566928"/>
            <a:ext cx="658368" cy="658368"/>
          </a:xfrm>
          <a:prstGeom prst="ellipse">
            <a:avLst/>
          </a:prstGeom>
          <a:solidFill>
            <a:srgbClr val="C9A44C"/>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1162447" y="744687"/>
            <a:ext cx="302849" cy="302849"/>
          </a:xfrm>
          <a:prstGeom prst="rect">
            <a:avLst/>
          </a:prstGeom>
        </p:spPr>
      </p:pic>
      <p:sp>
        <p:nvSpPr>
          <p:cNvPr id="5" name="Text 2"/>
          <p:cNvSpPr txBox="1"/>
          <p:nvPr/>
        </p:nvSpPr>
        <p:spPr>
          <a:xfrm>
            <a:off x="548640" y="457200"/>
            <a:ext cx="10225735" cy="365760"/>
          </a:xfrm>
          <a:prstGeom prst="rect">
            <a:avLst/>
          </a:prstGeom>
          <a:noFill/>
          <a:ln/>
        </p:spPr>
        <p:txBody>
          <a:bodyPr wrap="square" lIns="0" tIns="0" rIns="0" bIns="0" rtlCol="0" anchor="t"/>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الفصل الثالث عشر</a:t>
            </a:r>
            <a:endParaRPr lang="ar-MA" sz="1600" dirty="0"/>
          </a:p>
        </p:txBody>
      </p:sp>
      <p:sp>
        <p:nvSpPr>
          <p:cNvPr id="6" name="Text 3"/>
          <p:cNvSpPr txBox="1"/>
          <p:nvPr/>
        </p:nvSpPr>
        <p:spPr>
          <a:xfrm>
            <a:off x="548640" y="786384"/>
            <a:ext cx="10225735" cy="731520"/>
          </a:xfrm>
          <a:prstGeom prst="rect">
            <a:avLst/>
          </a:prstGeom>
          <a:noFill/>
          <a:ln/>
        </p:spPr>
        <p:txBody>
          <a:bodyPr wrap="square" lIns="0" tIns="0" rIns="0" bIns="0" rtlCol="0" anchor="ctr"/>
          <a:lstStyle/>
          <a:p>
            <a:pPr rtl="1" algn="r" indent="0" marL="0">
              <a:buNone/>
            </a:pPr>
            <a:r>
              <a:rPr lang="ar-MA" altLang="en-US" sz="3600" b="1" dirty="0">
                <a:solidFill>
                  <a:srgbClr val="F4EFE6"/>
                </a:solidFill>
                <a:latin typeface="Arial" pitchFamily="34" charset="0"/>
                <a:ea typeface="Arial" pitchFamily="34" charset="-122"/>
                <a:cs typeface="Arial" pitchFamily="34" charset="-120"/>
              </a:rPr>
              <a:t>الموارد</a:t>
            </a:r>
            <a:endParaRPr lang="ar-MA" sz="3600" dirty="0"/>
          </a:p>
        </p:txBody>
      </p:sp>
      <p:sp>
        <p:nvSpPr>
          <p:cNvPr id="7" name="card"/>
          <p:cNvSpPr/>
          <p:nvPr/>
        </p:nvSpPr>
        <p:spPr>
          <a:xfrm>
            <a:off x="548640" y="1874520"/>
            <a:ext cx="3291840" cy="4206240"/>
          </a:xfrm>
          <a:prstGeom prst="roundRect">
            <a:avLst>
              <a:gd name="adj" fmla="val 3333"/>
            </a:avLst>
          </a:prstGeom>
          <a:solidFill>
            <a:srgbClr val="2B2338"/>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8" name="Text 5"/>
          <p:cNvSpPr txBox="1"/>
          <p:nvPr/>
        </p:nvSpPr>
        <p:spPr>
          <a:xfrm>
            <a:off x="548640" y="2286000"/>
            <a:ext cx="3291840" cy="1828800"/>
          </a:xfrm>
          <a:prstGeom prst="rect">
            <a:avLst/>
          </a:prstGeom>
          <a:noFill/>
          <a:ln/>
        </p:spPr>
        <p:txBody>
          <a:bodyPr wrap="square" lIns="0" tIns="0" rIns="0" bIns="0" rtlCol="0" anchor="ctr"/>
          <a:lstStyle/>
          <a:p>
            <a:pPr algn="ctr" indent="0" marL="0">
              <a:buNone/>
            </a:pPr>
            <a:r>
              <a:rPr lang="ar-MA" altLang="en-US" sz="12000" b="1" dirty="0">
                <a:solidFill>
                  <a:srgbClr val="C9A44C"/>
                </a:solidFill>
                <a:latin typeface="Arial" pitchFamily="34" charset="0"/>
                <a:ea typeface="Arial" pitchFamily="34" charset="-122"/>
                <a:cs typeface="Arial" pitchFamily="34" charset="-120"/>
              </a:rPr>
              <a:t>5</a:t>
            </a:r>
            <a:endParaRPr lang="ar-MA" sz="12000" dirty="0"/>
          </a:p>
        </p:txBody>
      </p:sp>
      <p:sp>
        <p:nvSpPr>
          <p:cNvPr id="9" name="Text 6"/>
          <p:cNvSpPr txBox="1"/>
          <p:nvPr/>
        </p:nvSpPr>
        <p:spPr>
          <a:xfrm>
            <a:off x="822960" y="4297680"/>
            <a:ext cx="2743200" cy="1097280"/>
          </a:xfrm>
          <a:prstGeom prst="rect">
            <a:avLst/>
          </a:prstGeom>
          <a:noFill/>
          <a:ln/>
        </p:spPr>
        <p:txBody>
          <a:bodyPr wrap="square" lIns="0" tIns="0" rIns="0" bIns="0" rtlCol="0" anchor="ctr"/>
          <a:lstStyle/>
          <a:p>
            <a:pPr rtl="1" algn="ctr" indent="0" marL="0">
              <a:buNone/>
            </a:pPr>
            <a:r>
              <a:rPr lang="ar-MA" altLang="en-US" sz="2000" b="1" dirty="0">
                <a:solidFill>
                  <a:srgbClr val="F4EFE6"/>
                </a:solidFill>
                <a:latin typeface="Arial" pitchFamily="34" charset="0"/>
                <a:ea typeface="Arial" pitchFamily="34" charset="-122"/>
                <a:cs typeface="Arial" pitchFamily="34" charset="-120"/>
              </a:rPr>
              <a:t>مصادر لتمويل أنشطة الجمعية</a:t>
            </a:r>
            <a:endParaRPr lang="ar-MA" sz="2000" dirty="0"/>
          </a:p>
        </p:txBody>
      </p:sp>
      <p:sp>
        <p:nvSpPr>
          <p:cNvPr id="10" name="card"/>
          <p:cNvSpPr/>
          <p:nvPr/>
        </p:nvSpPr>
        <p:spPr>
          <a:xfrm>
            <a:off x="4114800" y="1874520"/>
            <a:ext cx="7528255" cy="731520"/>
          </a:xfrm>
          <a:prstGeom prst="roundRect">
            <a:avLst>
              <a:gd name="adj" fmla="val 15000"/>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1" name="badge"/>
          <p:cNvSpPr/>
          <p:nvPr/>
        </p:nvSpPr>
        <p:spPr>
          <a:xfrm>
            <a:off x="11021263" y="2002536"/>
            <a:ext cx="475488" cy="475488"/>
          </a:xfrm>
          <a:prstGeom prst="ellipse">
            <a:avLst/>
          </a:prstGeom>
          <a:solidFill>
            <a:srgbClr val="C9A44C"/>
          </a:solidFill>
          <a:ln w="12700">
            <a:solidFill>
              <a:srgbClr val="C9A44C"/>
            </a:solidFill>
            <a:prstDash val="solid"/>
          </a:ln>
        </p:spPr>
      </p:sp>
      <p:pic>
        <p:nvPicPr>
          <p:cNvPr id="12" name="Image 1" descr="preencoded.png">    </p:cNvPr>
          <p:cNvPicPr>
            <a:picLocks noChangeAspect="1"/>
          </p:cNvPicPr>
          <p:nvPr/>
        </p:nvPicPr>
        <p:blipFill>
          <a:blip r:embed="rId2"/>
          <a:stretch>
            <a:fillRect/>
          </a:stretch>
        </p:blipFill>
        <p:spPr>
          <a:xfrm>
            <a:off x="11149645" y="2130918"/>
            <a:ext cx="218724" cy="218724"/>
          </a:xfrm>
          <a:prstGeom prst="rect">
            <a:avLst/>
          </a:prstGeom>
        </p:spPr>
      </p:pic>
      <p:sp>
        <p:nvSpPr>
          <p:cNvPr id="13" name="Text 9"/>
          <p:cNvSpPr txBox="1"/>
          <p:nvPr/>
        </p:nvSpPr>
        <p:spPr>
          <a:xfrm>
            <a:off x="4343400" y="1874520"/>
            <a:ext cx="6522415" cy="731520"/>
          </a:xfrm>
          <a:prstGeom prst="rect">
            <a:avLst/>
          </a:prstGeom>
          <a:noFill/>
          <a:ln/>
        </p:spPr>
        <p:txBody>
          <a:bodyPr wrap="square" lIns="0" tIns="0" rIns="0" bIns="0" rtlCol="0" anchor="ctr"/>
          <a:lstStyle/>
          <a:p>
            <a:pPr rtl="1" algn="r" indent="0" marL="0">
              <a:buNone/>
            </a:pPr>
            <a:r>
              <a:rPr lang="ar-MA" altLang="en-US" sz="1500" dirty="0">
                <a:solidFill>
                  <a:srgbClr val="F4EFE6"/>
                </a:solidFill>
                <a:latin typeface="Arial" pitchFamily="34" charset="0"/>
                <a:ea typeface="Arial" pitchFamily="34" charset="-122"/>
                <a:cs typeface="Arial" pitchFamily="34" charset="-120"/>
              </a:rPr>
              <a:t>واجبات انخراط الأعضاء</a:t>
            </a:r>
            <a:endParaRPr lang="ar-MA" sz="1500" dirty="0"/>
          </a:p>
        </p:txBody>
      </p:sp>
      <p:sp>
        <p:nvSpPr>
          <p:cNvPr id="14" name="card"/>
          <p:cNvSpPr/>
          <p:nvPr/>
        </p:nvSpPr>
        <p:spPr>
          <a:xfrm>
            <a:off x="4114800" y="2743200"/>
            <a:ext cx="7528255" cy="731520"/>
          </a:xfrm>
          <a:prstGeom prst="roundRect">
            <a:avLst>
              <a:gd name="adj" fmla="val 15000"/>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5" name="badge"/>
          <p:cNvSpPr/>
          <p:nvPr/>
        </p:nvSpPr>
        <p:spPr>
          <a:xfrm>
            <a:off x="11021263" y="2871216"/>
            <a:ext cx="475488" cy="475488"/>
          </a:xfrm>
          <a:prstGeom prst="ellipse">
            <a:avLst/>
          </a:prstGeom>
          <a:solidFill>
            <a:srgbClr val="C9A44C"/>
          </a:solidFill>
          <a:ln w="12700">
            <a:solidFill>
              <a:srgbClr val="C9A44C"/>
            </a:solidFill>
            <a:prstDash val="solid"/>
          </a:ln>
        </p:spPr>
      </p:sp>
      <p:pic>
        <p:nvPicPr>
          <p:cNvPr id="16" name="Image 2" descr="preencoded.png">    </p:cNvPr>
          <p:cNvPicPr>
            <a:picLocks noChangeAspect="1"/>
          </p:cNvPicPr>
          <p:nvPr/>
        </p:nvPicPr>
        <p:blipFill>
          <a:blip r:embed="rId3"/>
          <a:stretch>
            <a:fillRect/>
          </a:stretch>
        </p:blipFill>
        <p:spPr>
          <a:xfrm>
            <a:off x="11149645" y="2999598"/>
            <a:ext cx="218724" cy="218724"/>
          </a:xfrm>
          <a:prstGeom prst="rect">
            <a:avLst/>
          </a:prstGeom>
        </p:spPr>
      </p:pic>
      <p:sp>
        <p:nvSpPr>
          <p:cNvPr id="17" name="Text 12"/>
          <p:cNvSpPr txBox="1"/>
          <p:nvPr/>
        </p:nvSpPr>
        <p:spPr>
          <a:xfrm>
            <a:off x="4343400" y="2743200"/>
            <a:ext cx="6522415" cy="731520"/>
          </a:xfrm>
          <a:prstGeom prst="rect">
            <a:avLst/>
          </a:prstGeom>
          <a:noFill/>
          <a:ln/>
        </p:spPr>
        <p:txBody>
          <a:bodyPr wrap="square" lIns="0" tIns="0" rIns="0" bIns="0" rtlCol="0" anchor="ctr"/>
          <a:lstStyle/>
          <a:p>
            <a:pPr rtl="1" algn="r" indent="0" marL="0">
              <a:buNone/>
            </a:pPr>
            <a:r>
              <a:rPr lang="ar-MA" altLang="en-US" sz="1500" dirty="0">
                <a:solidFill>
                  <a:srgbClr val="F4EFE6"/>
                </a:solidFill>
                <a:latin typeface="Arial" pitchFamily="34" charset="0"/>
                <a:ea typeface="Arial" pitchFamily="34" charset="-122"/>
                <a:cs typeface="Arial" pitchFamily="34" charset="-120"/>
              </a:rPr>
              <a:t>دعم المؤسسات الحكومية والجماعات الترابية والمجالس المنتخبة، ومنح غرف التجارة والصناعة</a:t>
            </a:r>
            <a:endParaRPr lang="ar-MA" sz="1500" dirty="0"/>
          </a:p>
        </p:txBody>
      </p:sp>
      <p:sp>
        <p:nvSpPr>
          <p:cNvPr id="18" name="card"/>
          <p:cNvSpPr/>
          <p:nvPr/>
        </p:nvSpPr>
        <p:spPr>
          <a:xfrm>
            <a:off x="4114800" y="3611880"/>
            <a:ext cx="7528255" cy="731520"/>
          </a:xfrm>
          <a:prstGeom prst="roundRect">
            <a:avLst>
              <a:gd name="adj" fmla="val 15000"/>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9" name="badge"/>
          <p:cNvSpPr/>
          <p:nvPr/>
        </p:nvSpPr>
        <p:spPr>
          <a:xfrm>
            <a:off x="11021263" y="3739896"/>
            <a:ext cx="475488" cy="475488"/>
          </a:xfrm>
          <a:prstGeom prst="ellipse">
            <a:avLst/>
          </a:prstGeom>
          <a:solidFill>
            <a:srgbClr val="C9A44C"/>
          </a:solidFill>
          <a:ln w="12700">
            <a:solidFill>
              <a:srgbClr val="C9A44C"/>
            </a:solidFill>
            <a:prstDash val="solid"/>
          </a:ln>
        </p:spPr>
      </p:sp>
      <p:pic>
        <p:nvPicPr>
          <p:cNvPr id="20" name="Image 3" descr="preencoded.png">    </p:cNvPr>
          <p:cNvPicPr>
            <a:picLocks noChangeAspect="1"/>
          </p:cNvPicPr>
          <p:nvPr/>
        </p:nvPicPr>
        <p:blipFill>
          <a:blip r:embed="rId4"/>
          <a:stretch>
            <a:fillRect/>
          </a:stretch>
        </p:blipFill>
        <p:spPr>
          <a:xfrm>
            <a:off x="11149645" y="3868278"/>
            <a:ext cx="218724" cy="218724"/>
          </a:xfrm>
          <a:prstGeom prst="rect">
            <a:avLst/>
          </a:prstGeom>
        </p:spPr>
      </p:pic>
      <p:sp>
        <p:nvSpPr>
          <p:cNvPr id="21" name="Text 15"/>
          <p:cNvSpPr txBox="1"/>
          <p:nvPr/>
        </p:nvSpPr>
        <p:spPr>
          <a:xfrm>
            <a:off x="4343400" y="3611880"/>
            <a:ext cx="6522415" cy="731520"/>
          </a:xfrm>
          <a:prstGeom prst="rect">
            <a:avLst/>
          </a:prstGeom>
          <a:noFill/>
          <a:ln/>
        </p:spPr>
        <p:txBody>
          <a:bodyPr wrap="square" lIns="0" tIns="0" rIns="0" bIns="0" rtlCol="0" anchor="ctr"/>
          <a:lstStyle/>
          <a:p>
            <a:pPr rtl="1" algn="r" indent="0" marL="0">
              <a:buNone/>
            </a:pPr>
            <a:r>
              <a:rPr lang="ar-MA" altLang="en-US" sz="1500" dirty="0">
                <a:solidFill>
                  <a:srgbClr val="F4EFE6"/>
                </a:solidFill>
                <a:latin typeface="Arial" pitchFamily="34" charset="0"/>
                <a:ea typeface="Arial" pitchFamily="34" charset="-122"/>
                <a:cs typeface="Arial" pitchFamily="34" charset="-120"/>
              </a:rPr>
              <a:t>مداخيل التظاهرات والمهرجانات والسهرات الفنية والدورات التكوينية</a:t>
            </a:r>
            <a:endParaRPr lang="ar-MA" sz="1500" dirty="0"/>
          </a:p>
        </p:txBody>
      </p:sp>
      <p:sp>
        <p:nvSpPr>
          <p:cNvPr id="22" name="card"/>
          <p:cNvSpPr/>
          <p:nvPr/>
        </p:nvSpPr>
        <p:spPr>
          <a:xfrm>
            <a:off x="4114800" y="4480560"/>
            <a:ext cx="7528255" cy="731520"/>
          </a:xfrm>
          <a:prstGeom prst="roundRect">
            <a:avLst>
              <a:gd name="adj" fmla="val 15000"/>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23" name="badge"/>
          <p:cNvSpPr/>
          <p:nvPr/>
        </p:nvSpPr>
        <p:spPr>
          <a:xfrm>
            <a:off x="11021263" y="4608576"/>
            <a:ext cx="475488" cy="475488"/>
          </a:xfrm>
          <a:prstGeom prst="ellipse">
            <a:avLst/>
          </a:prstGeom>
          <a:solidFill>
            <a:srgbClr val="C9A44C"/>
          </a:solidFill>
          <a:ln w="12700">
            <a:solidFill>
              <a:srgbClr val="C9A44C"/>
            </a:solidFill>
            <a:prstDash val="solid"/>
          </a:ln>
        </p:spPr>
      </p:sp>
      <p:pic>
        <p:nvPicPr>
          <p:cNvPr id="24" name="Image 4" descr="preencoded.png">    </p:cNvPr>
          <p:cNvPicPr>
            <a:picLocks noChangeAspect="1"/>
          </p:cNvPicPr>
          <p:nvPr/>
        </p:nvPicPr>
        <p:blipFill>
          <a:blip r:embed="rId5"/>
          <a:stretch>
            <a:fillRect/>
          </a:stretch>
        </p:blipFill>
        <p:spPr>
          <a:xfrm>
            <a:off x="11149645" y="4736958"/>
            <a:ext cx="218724" cy="218724"/>
          </a:xfrm>
          <a:prstGeom prst="rect">
            <a:avLst/>
          </a:prstGeom>
        </p:spPr>
      </p:pic>
      <p:sp>
        <p:nvSpPr>
          <p:cNvPr id="25" name="Text 18"/>
          <p:cNvSpPr txBox="1"/>
          <p:nvPr/>
        </p:nvSpPr>
        <p:spPr>
          <a:xfrm>
            <a:off x="4343400" y="4480560"/>
            <a:ext cx="6522415" cy="731520"/>
          </a:xfrm>
          <a:prstGeom prst="rect">
            <a:avLst/>
          </a:prstGeom>
          <a:noFill/>
          <a:ln/>
        </p:spPr>
        <p:txBody>
          <a:bodyPr wrap="square" lIns="0" tIns="0" rIns="0" bIns="0" rtlCol="0" anchor="ctr"/>
          <a:lstStyle/>
          <a:p>
            <a:pPr rtl="1" algn="r" indent="0" marL="0">
              <a:buNone/>
            </a:pPr>
            <a:r>
              <a:rPr lang="ar-MA" altLang="en-US" sz="1500" dirty="0">
                <a:solidFill>
                  <a:srgbClr val="F4EFE6"/>
                </a:solidFill>
                <a:latin typeface="Arial" pitchFamily="34" charset="0"/>
                <a:ea typeface="Arial" pitchFamily="34" charset="-122"/>
                <a:cs typeface="Arial" pitchFamily="34" charset="-120"/>
              </a:rPr>
              <a:t>الهبات ودعم المؤسسات الثقافية والفنية الوطنية والدولية</a:t>
            </a:r>
            <a:endParaRPr lang="ar-MA" sz="1500" dirty="0"/>
          </a:p>
        </p:txBody>
      </p:sp>
      <p:sp>
        <p:nvSpPr>
          <p:cNvPr id="26" name="card"/>
          <p:cNvSpPr/>
          <p:nvPr/>
        </p:nvSpPr>
        <p:spPr>
          <a:xfrm>
            <a:off x="4114800" y="5349240"/>
            <a:ext cx="7528255" cy="731520"/>
          </a:xfrm>
          <a:prstGeom prst="roundRect">
            <a:avLst>
              <a:gd name="adj" fmla="val 15000"/>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27" name="badge"/>
          <p:cNvSpPr/>
          <p:nvPr/>
        </p:nvSpPr>
        <p:spPr>
          <a:xfrm>
            <a:off x="11021263" y="5477256"/>
            <a:ext cx="475488" cy="475488"/>
          </a:xfrm>
          <a:prstGeom prst="ellipse">
            <a:avLst/>
          </a:prstGeom>
          <a:solidFill>
            <a:srgbClr val="C9A44C"/>
          </a:solidFill>
          <a:ln w="12700">
            <a:solidFill>
              <a:srgbClr val="C9A44C"/>
            </a:solidFill>
            <a:prstDash val="solid"/>
          </a:ln>
        </p:spPr>
      </p:sp>
      <p:pic>
        <p:nvPicPr>
          <p:cNvPr id="28" name="Image 5" descr="preencoded.png">    </p:cNvPr>
          <p:cNvPicPr>
            <a:picLocks noChangeAspect="1"/>
          </p:cNvPicPr>
          <p:nvPr/>
        </p:nvPicPr>
        <p:blipFill>
          <a:blip r:embed="rId6"/>
          <a:stretch>
            <a:fillRect/>
          </a:stretch>
        </p:blipFill>
        <p:spPr>
          <a:xfrm>
            <a:off x="11149645" y="5605638"/>
            <a:ext cx="218724" cy="218724"/>
          </a:xfrm>
          <a:prstGeom prst="rect">
            <a:avLst/>
          </a:prstGeom>
        </p:spPr>
      </p:pic>
      <p:sp>
        <p:nvSpPr>
          <p:cNvPr id="29" name="Text 21"/>
          <p:cNvSpPr txBox="1"/>
          <p:nvPr/>
        </p:nvSpPr>
        <p:spPr>
          <a:xfrm>
            <a:off x="4343400" y="5349240"/>
            <a:ext cx="6522415" cy="731520"/>
          </a:xfrm>
          <a:prstGeom prst="rect">
            <a:avLst/>
          </a:prstGeom>
          <a:noFill/>
          <a:ln/>
        </p:spPr>
        <p:txBody>
          <a:bodyPr wrap="square" lIns="0" tIns="0" rIns="0" bIns="0" rtlCol="0" anchor="ctr"/>
          <a:lstStyle/>
          <a:p>
            <a:pPr rtl="1" algn="r" indent="0" marL="0">
              <a:buNone/>
            </a:pPr>
            <a:r>
              <a:rPr lang="ar-MA" altLang="en-US" sz="1500" dirty="0">
                <a:solidFill>
                  <a:srgbClr val="F4EFE6"/>
                </a:solidFill>
                <a:latin typeface="Arial" pitchFamily="34" charset="0"/>
                <a:ea typeface="Arial" pitchFamily="34" charset="-122"/>
                <a:cs typeface="Arial" pitchFamily="34" charset="-120"/>
              </a:rPr>
              <a:t>مداخيل الوسائط المتعددة وبيع المنتوجات وفق القوانين الجاري بها العمل</a:t>
            </a:r>
            <a:endParaRPr lang="ar-MA"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A44C"/>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182880"/>
            <a:ext cx="2743200" cy="1371600"/>
          </a:xfrm>
          <a:prstGeom prst="rect">
            <a:avLst/>
          </a:prstGeom>
          <a:noFill/>
          <a:ln/>
        </p:spPr>
        <p:txBody>
          <a:bodyPr wrap="square" lIns="0" tIns="0" rIns="0" bIns="0" rtlCol="0" anchor="t"/>
          <a:lstStyle/>
          <a:p>
            <a:pPr algn="l" indent="0" marL="0">
              <a:buNone/>
            </a:pPr>
            <a:r>
              <a:rPr lang="ar-MA" altLang="en-US" sz="9600" b="1" dirty="0">
                <a:solidFill>
                  <a:srgbClr val="201A2A"/>
                </a:solidFill>
                <a:latin typeface="Arial" pitchFamily="34" charset="0"/>
                <a:ea typeface="Arial" pitchFamily="34" charset="-122"/>
                <a:cs typeface="Arial" pitchFamily="34" charset="-120"/>
              </a:rPr>
              <a:t>14</a:t>
            </a:r>
            <a:endParaRPr lang="ar-MA" sz="9600" dirty="0"/>
          </a:p>
        </p:txBody>
      </p:sp>
      <p:sp>
        <p:nvSpPr>
          <p:cNvPr id="3" name="badge"/>
          <p:cNvSpPr/>
          <p:nvPr/>
        </p:nvSpPr>
        <p:spPr>
          <a:xfrm>
            <a:off x="10984687" y="566928"/>
            <a:ext cx="658368" cy="658368"/>
          </a:xfrm>
          <a:prstGeom prst="ellipse">
            <a:avLst/>
          </a:prstGeom>
          <a:solidFill>
            <a:srgbClr val="C9A44C"/>
          </a:solidFill>
          <a:ln w="12700">
            <a:solidFill>
              <a:srgbClr val="C9A44C"/>
            </a:solidFill>
            <a:prstDash val="solid"/>
          </a:ln>
        </p:spPr>
      </p:sp>
      <p:pic>
        <p:nvPicPr>
          <p:cNvPr id="4" name="Image 0" descr="preencoded.png">    </p:cNvPr>
          <p:cNvPicPr>
            <a:picLocks noChangeAspect="1"/>
          </p:cNvPicPr>
          <p:nvPr/>
        </p:nvPicPr>
        <p:blipFill>
          <a:blip r:embed="rId1"/>
          <a:stretch>
            <a:fillRect/>
          </a:stretch>
        </p:blipFill>
        <p:spPr>
          <a:xfrm>
            <a:off x="11162447" y="744687"/>
            <a:ext cx="302849" cy="302849"/>
          </a:xfrm>
          <a:prstGeom prst="rect">
            <a:avLst/>
          </a:prstGeom>
        </p:spPr>
      </p:pic>
      <p:sp>
        <p:nvSpPr>
          <p:cNvPr id="5" name="Text 2"/>
          <p:cNvSpPr txBox="1"/>
          <p:nvPr/>
        </p:nvSpPr>
        <p:spPr>
          <a:xfrm>
            <a:off x="548640" y="457200"/>
            <a:ext cx="10225735" cy="365760"/>
          </a:xfrm>
          <a:prstGeom prst="rect">
            <a:avLst/>
          </a:prstGeom>
          <a:noFill/>
          <a:ln/>
        </p:spPr>
        <p:txBody>
          <a:bodyPr wrap="square" lIns="0" tIns="0" rIns="0" bIns="0" rtlCol="0" anchor="t"/>
          <a:lstStyle/>
          <a:p>
            <a:pPr rtl="1" algn="r" indent="0" marL="0">
              <a:buNone/>
            </a:pPr>
            <a:r>
              <a:rPr lang="ar-MA" altLang="en-US" sz="1600" b="1" dirty="0">
                <a:solidFill>
                  <a:srgbClr val="C9A44C"/>
                </a:solidFill>
                <a:latin typeface="Arial" pitchFamily="34" charset="0"/>
                <a:ea typeface="Arial" pitchFamily="34" charset="-122"/>
                <a:cs typeface="Arial" pitchFamily="34" charset="-120"/>
              </a:rPr>
              <a:t>الفصل الرابع عشر</a:t>
            </a:r>
            <a:endParaRPr lang="ar-MA" sz="1600" dirty="0"/>
          </a:p>
        </p:txBody>
      </p:sp>
      <p:sp>
        <p:nvSpPr>
          <p:cNvPr id="6" name="Text 3"/>
          <p:cNvSpPr txBox="1"/>
          <p:nvPr/>
        </p:nvSpPr>
        <p:spPr>
          <a:xfrm>
            <a:off x="548640" y="786384"/>
            <a:ext cx="10225735" cy="731520"/>
          </a:xfrm>
          <a:prstGeom prst="rect">
            <a:avLst/>
          </a:prstGeom>
          <a:noFill/>
          <a:ln/>
        </p:spPr>
        <p:txBody>
          <a:bodyPr wrap="square" lIns="0" tIns="0" rIns="0" bIns="0" rtlCol="0" anchor="ctr"/>
          <a:lstStyle/>
          <a:p>
            <a:pPr rtl="1" algn="r" indent="0" marL="0">
              <a:buNone/>
            </a:pPr>
            <a:r>
              <a:rPr lang="ar-MA" altLang="en-US" sz="3600" b="1" dirty="0">
                <a:solidFill>
                  <a:srgbClr val="F4EFE6"/>
                </a:solidFill>
                <a:latin typeface="Arial" pitchFamily="34" charset="0"/>
                <a:ea typeface="Arial" pitchFamily="34" charset="-122"/>
                <a:cs typeface="Arial" pitchFamily="34" charset="-120"/>
              </a:rPr>
              <a:t>التصفية والحل</a:t>
            </a:r>
            <a:endParaRPr lang="ar-MA" sz="3600" dirty="0"/>
          </a:p>
        </p:txBody>
      </p:sp>
      <p:sp>
        <p:nvSpPr>
          <p:cNvPr id="7" name="card"/>
          <p:cNvSpPr/>
          <p:nvPr/>
        </p:nvSpPr>
        <p:spPr>
          <a:xfrm>
            <a:off x="8402117" y="2057400"/>
            <a:ext cx="3240938" cy="3108960"/>
          </a:xfrm>
          <a:prstGeom prst="roundRect">
            <a:avLst>
              <a:gd name="adj" fmla="val 3529"/>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8" name="Text 5"/>
          <p:cNvSpPr txBox="1"/>
          <p:nvPr/>
        </p:nvSpPr>
        <p:spPr>
          <a:xfrm>
            <a:off x="8676437" y="2331720"/>
            <a:ext cx="914400" cy="457200"/>
          </a:xfrm>
          <a:prstGeom prst="rect">
            <a:avLst/>
          </a:prstGeom>
          <a:noFill/>
          <a:ln/>
        </p:spPr>
        <p:txBody>
          <a:bodyPr wrap="square" lIns="0" tIns="0" rIns="0" bIns="0" rtlCol="0" anchor="t"/>
          <a:lstStyle/>
          <a:p>
            <a:pPr algn="l" indent="0" marL="0">
              <a:buNone/>
            </a:pPr>
            <a:r>
              <a:rPr lang="ar-MA" altLang="en-US" sz="1800" b="1" dirty="0">
                <a:solidFill>
                  <a:srgbClr val="B4ABC0"/>
                </a:solidFill>
                <a:latin typeface="Arial" pitchFamily="34" charset="0"/>
                <a:ea typeface="Arial" pitchFamily="34" charset="-122"/>
                <a:cs typeface="Arial" pitchFamily="34" charset="-120"/>
              </a:rPr>
              <a:t>01</a:t>
            </a:r>
            <a:endParaRPr lang="ar-MA" sz="1800" dirty="0"/>
          </a:p>
        </p:txBody>
      </p:sp>
      <p:sp>
        <p:nvSpPr>
          <p:cNvPr id="9" name="badge"/>
          <p:cNvSpPr/>
          <p:nvPr/>
        </p:nvSpPr>
        <p:spPr>
          <a:xfrm>
            <a:off x="9611106" y="2468880"/>
            <a:ext cx="822960" cy="822960"/>
          </a:xfrm>
          <a:prstGeom prst="ellipse">
            <a:avLst/>
          </a:prstGeom>
          <a:solidFill>
            <a:srgbClr val="C9A44C"/>
          </a:solidFill>
          <a:ln w="12700">
            <a:solidFill>
              <a:srgbClr val="C9A44C"/>
            </a:solidFill>
            <a:prstDash val="solid"/>
          </a:ln>
        </p:spPr>
      </p:sp>
      <p:pic>
        <p:nvPicPr>
          <p:cNvPr id="10" name="Image 1" descr="preencoded.png">    </p:cNvPr>
          <p:cNvPicPr>
            <a:picLocks noChangeAspect="1"/>
          </p:cNvPicPr>
          <p:nvPr/>
        </p:nvPicPr>
        <p:blipFill>
          <a:blip r:embed="rId2"/>
          <a:stretch>
            <a:fillRect/>
          </a:stretch>
        </p:blipFill>
        <p:spPr>
          <a:xfrm>
            <a:off x="9833305" y="2691079"/>
            <a:ext cx="378562" cy="378562"/>
          </a:xfrm>
          <a:prstGeom prst="rect">
            <a:avLst/>
          </a:prstGeom>
        </p:spPr>
      </p:pic>
      <p:sp>
        <p:nvSpPr>
          <p:cNvPr id="11" name="Text 7"/>
          <p:cNvSpPr txBox="1"/>
          <p:nvPr/>
        </p:nvSpPr>
        <p:spPr>
          <a:xfrm>
            <a:off x="8676437" y="3520440"/>
            <a:ext cx="2692298" cy="548640"/>
          </a:xfrm>
          <a:prstGeom prst="rect">
            <a:avLst/>
          </a:prstGeom>
          <a:noFill/>
          <a:ln/>
        </p:spPr>
        <p:txBody>
          <a:bodyPr wrap="square" lIns="0" tIns="0" rIns="0" bIns="0" rtlCol="0" anchor="ctr"/>
          <a:lstStyle/>
          <a:p>
            <a:pPr rtl="1" algn="ctr" indent="0" marL="0">
              <a:buNone/>
            </a:pPr>
            <a:r>
              <a:rPr lang="ar-MA" altLang="en-US" sz="2400" b="1" dirty="0">
                <a:solidFill>
                  <a:srgbClr val="C9A44C"/>
                </a:solidFill>
                <a:latin typeface="Arial" pitchFamily="34" charset="0"/>
                <a:ea typeface="Arial" pitchFamily="34" charset="-122"/>
                <a:cs typeface="Arial" pitchFamily="34" charset="-120"/>
              </a:rPr>
              <a:t>قرار الحل</a:t>
            </a:r>
            <a:endParaRPr lang="ar-MA" sz="2400" dirty="0"/>
          </a:p>
        </p:txBody>
      </p:sp>
      <p:sp>
        <p:nvSpPr>
          <p:cNvPr id="12" name="Text 8"/>
          <p:cNvSpPr txBox="1"/>
          <p:nvPr/>
        </p:nvSpPr>
        <p:spPr>
          <a:xfrm>
            <a:off x="8676437" y="4114800"/>
            <a:ext cx="2692298" cy="822960"/>
          </a:xfrm>
          <a:prstGeom prst="rect">
            <a:avLst/>
          </a:prstGeom>
          <a:noFill/>
          <a:ln/>
        </p:spPr>
        <p:txBody>
          <a:bodyPr wrap="square" lIns="0" tIns="0" rIns="0" bIns="0" rtlCol="0" anchor="t"/>
          <a:lstStyle/>
          <a:p>
            <a:pPr rtl="1" algn="ctr" indent="0" marL="0">
              <a:buNone/>
            </a:pPr>
            <a:r>
              <a:rPr lang="ar-MA" altLang="en-US" sz="1600" dirty="0">
                <a:solidFill>
                  <a:srgbClr val="F4EFE6"/>
                </a:solidFill>
                <a:latin typeface="Arial" pitchFamily="34" charset="0"/>
                <a:ea typeface="Arial" pitchFamily="34" charset="-122"/>
                <a:cs typeface="Arial" pitchFamily="34" charset="-120"/>
              </a:rPr>
              <a:t>يصدر عن الجمع العام الاستثنائي</a:t>
            </a:r>
            <a:endParaRPr lang="ar-MA" sz="1600" dirty="0"/>
          </a:p>
        </p:txBody>
      </p:sp>
      <p:pic>
        <p:nvPicPr>
          <p:cNvPr id="13" name="Image 2" descr="preencoded.png">    </p:cNvPr>
          <p:cNvPicPr>
            <a:picLocks noChangeAspect="1"/>
          </p:cNvPicPr>
          <p:nvPr/>
        </p:nvPicPr>
        <p:blipFill>
          <a:blip r:embed="rId3"/>
          <a:stretch>
            <a:fillRect/>
          </a:stretch>
        </p:blipFill>
        <p:spPr>
          <a:xfrm>
            <a:off x="7871765" y="3429000"/>
            <a:ext cx="365760" cy="365760"/>
          </a:xfrm>
          <a:prstGeom prst="rect">
            <a:avLst/>
          </a:prstGeom>
        </p:spPr>
      </p:pic>
      <p:sp>
        <p:nvSpPr>
          <p:cNvPr id="14" name="card"/>
          <p:cNvSpPr/>
          <p:nvPr/>
        </p:nvSpPr>
        <p:spPr>
          <a:xfrm>
            <a:off x="4475378" y="2057400"/>
            <a:ext cx="3240938" cy="3108960"/>
          </a:xfrm>
          <a:prstGeom prst="roundRect">
            <a:avLst>
              <a:gd name="adj" fmla="val 3529"/>
            </a:avLst>
          </a:prstGeom>
          <a:solidFill>
            <a:srgbClr val="221B2D"/>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15" name="Text 10"/>
          <p:cNvSpPr txBox="1"/>
          <p:nvPr/>
        </p:nvSpPr>
        <p:spPr>
          <a:xfrm>
            <a:off x="4749698" y="2331720"/>
            <a:ext cx="914400" cy="457200"/>
          </a:xfrm>
          <a:prstGeom prst="rect">
            <a:avLst/>
          </a:prstGeom>
          <a:noFill/>
          <a:ln/>
        </p:spPr>
        <p:txBody>
          <a:bodyPr wrap="square" lIns="0" tIns="0" rIns="0" bIns="0" rtlCol="0" anchor="t"/>
          <a:lstStyle/>
          <a:p>
            <a:pPr algn="l" indent="0" marL="0">
              <a:buNone/>
            </a:pPr>
            <a:r>
              <a:rPr lang="ar-MA" altLang="en-US" sz="1800" b="1" dirty="0">
                <a:solidFill>
                  <a:srgbClr val="B4ABC0"/>
                </a:solidFill>
                <a:latin typeface="Arial" pitchFamily="34" charset="0"/>
                <a:ea typeface="Arial" pitchFamily="34" charset="-122"/>
                <a:cs typeface="Arial" pitchFamily="34" charset="-120"/>
              </a:rPr>
              <a:t>02</a:t>
            </a:r>
            <a:endParaRPr lang="ar-MA" sz="1800" dirty="0"/>
          </a:p>
        </p:txBody>
      </p:sp>
      <p:sp>
        <p:nvSpPr>
          <p:cNvPr id="16" name="badge"/>
          <p:cNvSpPr/>
          <p:nvPr/>
        </p:nvSpPr>
        <p:spPr>
          <a:xfrm>
            <a:off x="5684368" y="2468880"/>
            <a:ext cx="822960" cy="822960"/>
          </a:xfrm>
          <a:prstGeom prst="ellipse">
            <a:avLst/>
          </a:prstGeom>
          <a:solidFill>
            <a:srgbClr val="C9A44C"/>
          </a:solidFill>
          <a:ln w="12700">
            <a:solidFill>
              <a:srgbClr val="C9A44C"/>
            </a:solidFill>
            <a:prstDash val="solid"/>
          </a:ln>
        </p:spPr>
      </p:sp>
      <p:pic>
        <p:nvPicPr>
          <p:cNvPr id="17" name="Image 3" descr="preencoded.png">    </p:cNvPr>
          <p:cNvPicPr>
            <a:picLocks noChangeAspect="1"/>
          </p:cNvPicPr>
          <p:nvPr/>
        </p:nvPicPr>
        <p:blipFill>
          <a:blip r:embed="rId4"/>
          <a:stretch>
            <a:fillRect/>
          </a:stretch>
        </p:blipFill>
        <p:spPr>
          <a:xfrm>
            <a:off x="5906567" y="2691079"/>
            <a:ext cx="378562" cy="378562"/>
          </a:xfrm>
          <a:prstGeom prst="rect">
            <a:avLst/>
          </a:prstGeom>
        </p:spPr>
      </p:pic>
      <p:sp>
        <p:nvSpPr>
          <p:cNvPr id="18" name="Text 12"/>
          <p:cNvSpPr txBox="1"/>
          <p:nvPr/>
        </p:nvSpPr>
        <p:spPr>
          <a:xfrm>
            <a:off x="4749698" y="3520440"/>
            <a:ext cx="2692298" cy="548640"/>
          </a:xfrm>
          <a:prstGeom prst="rect">
            <a:avLst/>
          </a:prstGeom>
          <a:noFill/>
          <a:ln/>
        </p:spPr>
        <p:txBody>
          <a:bodyPr wrap="square" lIns="0" tIns="0" rIns="0" bIns="0" rtlCol="0" anchor="ctr"/>
          <a:lstStyle/>
          <a:p>
            <a:pPr rtl="1" algn="ctr" indent="0" marL="0">
              <a:buNone/>
            </a:pPr>
            <a:r>
              <a:rPr lang="ar-MA" altLang="en-US" sz="2400" b="1" dirty="0">
                <a:solidFill>
                  <a:srgbClr val="C9A44C"/>
                </a:solidFill>
                <a:latin typeface="Arial" pitchFamily="34" charset="0"/>
                <a:ea typeface="Arial" pitchFamily="34" charset="-122"/>
                <a:cs typeface="Arial" pitchFamily="34" charset="-120"/>
              </a:rPr>
              <a:t>سداد الديون</a:t>
            </a:r>
            <a:endParaRPr lang="ar-MA" sz="2400" dirty="0"/>
          </a:p>
        </p:txBody>
      </p:sp>
      <p:sp>
        <p:nvSpPr>
          <p:cNvPr id="19" name="Text 13"/>
          <p:cNvSpPr txBox="1"/>
          <p:nvPr/>
        </p:nvSpPr>
        <p:spPr>
          <a:xfrm>
            <a:off x="4749698" y="4114800"/>
            <a:ext cx="2692298" cy="822960"/>
          </a:xfrm>
          <a:prstGeom prst="rect">
            <a:avLst/>
          </a:prstGeom>
          <a:noFill/>
          <a:ln/>
        </p:spPr>
        <p:txBody>
          <a:bodyPr wrap="square" lIns="0" tIns="0" rIns="0" bIns="0" rtlCol="0" anchor="t"/>
          <a:lstStyle/>
          <a:p>
            <a:pPr rtl="1" algn="ctr" indent="0" marL="0">
              <a:buNone/>
            </a:pPr>
            <a:r>
              <a:rPr lang="ar-MA" altLang="en-US" sz="1600" dirty="0">
                <a:solidFill>
                  <a:srgbClr val="F4EFE6"/>
                </a:solidFill>
                <a:latin typeface="Arial" pitchFamily="34" charset="0"/>
                <a:ea typeface="Arial" pitchFamily="34" charset="-122"/>
                <a:cs typeface="Arial" pitchFamily="34" charset="-120"/>
              </a:rPr>
              <a:t>تصفية جميع الالتزامات المالية للجمعية</a:t>
            </a:r>
            <a:endParaRPr lang="ar-MA" sz="1600" dirty="0"/>
          </a:p>
        </p:txBody>
      </p:sp>
      <p:pic>
        <p:nvPicPr>
          <p:cNvPr id="20" name="Image 4" descr="preencoded.png">    </p:cNvPr>
          <p:cNvPicPr>
            <a:picLocks noChangeAspect="1"/>
          </p:cNvPicPr>
          <p:nvPr/>
        </p:nvPicPr>
        <p:blipFill>
          <a:blip r:embed="rId5"/>
          <a:stretch>
            <a:fillRect/>
          </a:stretch>
        </p:blipFill>
        <p:spPr>
          <a:xfrm>
            <a:off x="3945026" y="3429000"/>
            <a:ext cx="365760" cy="365760"/>
          </a:xfrm>
          <a:prstGeom prst="rect">
            <a:avLst/>
          </a:prstGeom>
        </p:spPr>
      </p:pic>
      <p:sp>
        <p:nvSpPr>
          <p:cNvPr id="21" name="card"/>
          <p:cNvSpPr/>
          <p:nvPr/>
        </p:nvSpPr>
        <p:spPr>
          <a:xfrm>
            <a:off x="548640" y="2057400"/>
            <a:ext cx="3240938" cy="3108960"/>
          </a:xfrm>
          <a:prstGeom prst="roundRect">
            <a:avLst>
              <a:gd name="adj" fmla="val 3529"/>
            </a:avLst>
          </a:prstGeom>
          <a:solidFill>
            <a:srgbClr val="2B2338"/>
          </a:solidFill>
          <a:ln w="9525">
            <a:solidFill>
              <a:srgbClr val="3A3049"/>
            </a:solidFill>
            <a:prstDash val="solid"/>
          </a:ln>
          <a:effectLst>
            <a:outerShdw sx="100000" sy="100000" kx="0" ky="0" algn="bl" rotWithShape="0" blurRad="127000" dist="38100" dir="5400000">
              <a:srgbClr val="000000">
                <a:alpha val="35000"/>
              </a:srgbClr>
            </a:outerShdw>
          </a:effectLst>
        </p:spPr>
      </p:sp>
      <p:sp>
        <p:nvSpPr>
          <p:cNvPr id="22" name="Text 15"/>
          <p:cNvSpPr txBox="1"/>
          <p:nvPr/>
        </p:nvSpPr>
        <p:spPr>
          <a:xfrm>
            <a:off x="822960" y="2331720"/>
            <a:ext cx="914400" cy="457200"/>
          </a:xfrm>
          <a:prstGeom prst="rect">
            <a:avLst/>
          </a:prstGeom>
          <a:noFill/>
          <a:ln/>
        </p:spPr>
        <p:txBody>
          <a:bodyPr wrap="square" lIns="0" tIns="0" rIns="0" bIns="0" rtlCol="0" anchor="t"/>
          <a:lstStyle/>
          <a:p>
            <a:pPr algn="l" indent="0" marL="0">
              <a:buNone/>
            </a:pPr>
            <a:r>
              <a:rPr lang="ar-MA" altLang="en-US" sz="1800" b="1" dirty="0">
                <a:solidFill>
                  <a:srgbClr val="B4ABC0"/>
                </a:solidFill>
                <a:latin typeface="Arial" pitchFamily="34" charset="0"/>
                <a:ea typeface="Arial" pitchFamily="34" charset="-122"/>
                <a:cs typeface="Arial" pitchFamily="34" charset="-120"/>
              </a:rPr>
              <a:t>03</a:t>
            </a:r>
            <a:endParaRPr lang="ar-MA" sz="1800" dirty="0"/>
          </a:p>
        </p:txBody>
      </p:sp>
      <p:sp>
        <p:nvSpPr>
          <p:cNvPr id="23" name="badge"/>
          <p:cNvSpPr/>
          <p:nvPr/>
        </p:nvSpPr>
        <p:spPr>
          <a:xfrm>
            <a:off x="1757629" y="2468880"/>
            <a:ext cx="822960" cy="822960"/>
          </a:xfrm>
          <a:prstGeom prst="ellipse">
            <a:avLst/>
          </a:prstGeom>
          <a:solidFill>
            <a:srgbClr val="C9A44C"/>
          </a:solidFill>
          <a:ln w="12700">
            <a:solidFill>
              <a:srgbClr val="C9A44C"/>
            </a:solidFill>
            <a:prstDash val="solid"/>
          </a:ln>
        </p:spPr>
      </p:sp>
      <p:pic>
        <p:nvPicPr>
          <p:cNvPr id="24" name="Image 5" descr="preencoded.png">    </p:cNvPr>
          <p:cNvPicPr>
            <a:picLocks noChangeAspect="1"/>
          </p:cNvPicPr>
          <p:nvPr/>
        </p:nvPicPr>
        <p:blipFill>
          <a:blip r:embed="rId6"/>
          <a:stretch>
            <a:fillRect/>
          </a:stretch>
        </p:blipFill>
        <p:spPr>
          <a:xfrm>
            <a:off x="1979828" y="2691079"/>
            <a:ext cx="378562" cy="378562"/>
          </a:xfrm>
          <a:prstGeom prst="rect">
            <a:avLst/>
          </a:prstGeom>
        </p:spPr>
      </p:pic>
      <p:sp>
        <p:nvSpPr>
          <p:cNvPr id="25" name="Text 17"/>
          <p:cNvSpPr txBox="1"/>
          <p:nvPr/>
        </p:nvSpPr>
        <p:spPr>
          <a:xfrm>
            <a:off x="822960" y="3520440"/>
            <a:ext cx="2692298" cy="548640"/>
          </a:xfrm>
          <a:prstGeom prst="rect">
            <a:avLst/>
          </a:prstGeom>
          <a:noFill/>
          <a:ln/>
        </p:spPr>
        <p:txBody>
          <a:bodyPr wrap="square" lIns="0" tIns="0" rIns="0" bIns="0" rtlCol="0" anchor="ctr"/>
          <a:lstStyle/>
          <a:p>
            <a:pPr rtl="1" algn="ctr" indent="0" marL="0">
              <a:buNone/>
            </a:pPr>
            <a:r>
              <a:rPr lang="ar-MA" altLang="en-US" sz="2400" b="1" dirty="0">
                <a:solidFill>
                  <a:srgbClr val="C9A44C"/>
                </a:solidFill>
                <a:latin typeface="Arial" pitchFamily="34" charset="0"/>
                <a:ea typeface="Arial" pitchFamily="34" charset="-122"/>
                <a:cs typeface="Arial" pitchFamily="34" charset="-120"/>
              </a:rPr>
              <a:t>تحويل الممتلكات</a:t>
            </a:r>
            <a:endParaRPr lang="ar-MA" sz="2400" dirty="0"/>
          </a:p>
        </p:txBody>
      </p:sp>
      <p:sp>
        <p:nvSpPr>
          <p:cNvPr id="26" name="Text 18"/>
          <p:cNvSpPr txBox="1"/>
          <p:nvPr/>
        </p:nvSpPr>
        <p:spPr>
          <a:xfrm>
            <a:off x="822960" y="4114800"/>
            <a:ext cx="2692298" cy="822960"/>
          </a:xfrm>
          <a:prstGeom prst="rect">
            <a:avLst/>
          </a:prstGeom>
          <a:noFill/>
          <a:ln/>
        </p:spPr>
        <p:txBody>
          <a:bodyPr wrap="square" lIns="0" tIns="0" rIns="0" bIns="0" rtlCol="0" anchor="t"/>
          <a:lstStyle/>
          <a:p>
            <a:pPr rtl="1" algn="ctr" indent="0" marL="0">
              <a:buNone/>
            </a:pPr>
            <a:r>
              <a:rPr lang="ar-MA" altLang="en-US" sz="1600" dirty="0">
                <a:solidFill>
                  <a:srgbClr val="F4EFE6"/>
                </a:solidFill>
                <a:latin typeface="Arial" pitchFamily="34" charset="0"/>
                <a:ea typeface="Arial" pitchFamily="34" charset="-122"/>
                <a:cs typeface="Arial" pitchFamily="34" charset="-120"/>
              </a:rPr>
              <a:t>إلى جمعية أخرى لها نفس الأهداف</a:t>
            </a:r>
            <a:endParaRPr lang="ar-MA" sz="1600" dirty="0"/>
          </a:p>
        </p:txBody>
      </p:sp>
      <p:sp>
        <p:nvSpPr>
          <p:cNvPr id="27" name="Text 19"/>
          <p:cNvSpPr txBox="1"/>
          <p:nvPr/>
        </p:nvSpPr>
        <p:spPr>
          <a:xfrm>
            <a:off x="548640" y="5440680"/>
            <a:ext cx="11094415" cy="548640"/>
          </a:xfrm>
          <a:prstGeom prst="rect">
            <a:avLst/>
          </a:prstGeom>
          <a:noFill/>
          <a:ln/>
        </p:spPr>
        <p:txBody>
          <a:bodyPr wrap="square" lIns="0" tIns="0" rIns="0" bIns="0" rtlCol="0" anchor="ctr"/>
          <a:lstStyle/>
          <a:p>
            <a:pPr rtl="1" algn="ctr" indent="0" marL="0">
              <a:buNone/>
            </a:pPr>
            <a:r>
              <a:rPr lang="ar-MA" altLang="en-US" sz="1600" dirty="0">
                <a:solidFill>
                  <a:srgbClr val="B4ABC0"/>
                </a:solidFill>
                <a:latin typeface="Arial" pitchFamily="34" charset="0"/>
                <a:ea typeface="Arial" pitchFamily="34" charset="-122"/>
                <a:cs typeface="Arial" pitchFamily="34" charset="-120"/>
              </a:rPr>
              <a:t>عند حل الجمعية بقرار من الجمع العام الاستثنائي، تحول ممتلكاتها إلى جمعية أخرى لها نفس الأهداف بعد سداد الديون.</a:t>
            </a:r>
            <a:endParaRPr lang="ar-MA"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9A44C"/>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547208" y="1371600"/>
            <a:ext cx="1097280" cy="1097280"/>
          </a:xfrm>
          <a:prstGeom prst="ellipse">
            <a:avLst/>
          </a:prstGeom>
          <a:solidFill>
            <a:srgbClr val="15111D"/>
          </a:solidFill>
          <a:ln w="19050">
            <a:solidFill>
              <a:srgbClr val="C9A44C"/>
            </a:solidFill>
            <a:prstDash val="solid"/>
          </a:ln>
        </p:spPr>
      </p:sp>
      <p:pic>
        <p:nvPicPr>
          <p:cNvPr id="3" name="Image 0" descr="قناع المسرح">    </p:cNvPr>
          <p:cNvPicPr>
            <a:picLocks noChangeAspect="1"/>
          </p:cNvPicPr>
          <p:nvPr/>
        </p:nvPicPr>
        <p:blipFill>
          <a:blip r:embed="rId1"/>
          <a:stretch>
            <a:fillRect/>
          </a:stretch>
        </p:blipFill>
        <p:spPr>
          <a:xfrm>
            <a:off x="5784952" y="1609344"/>
            <a:ext cx="621792" cy="621792"/>
          </a:xfrm>
          <a:prstGeom prst="rect">
            <a:avLst/>
          </a:prstGeom>
        </p:spPr>
      </p:pic>
      <p:sp>
        <p:nvSpPr>
          <p:cNvPr id="4" name="Text 1"/>
          <p:cNvSpPr txBox="1"/>
          <p:nvPr/>
        </p:nvSpPr>
        <p:spPr>
          <a:xfrm>
            <a:off x="548640" y="2743200"/>
            <a:ext cx="11094415" cy="914400"/>
          </a:xfrm>
          <a:prstGeom prst="rect">
            <a:avLst/>
          </a:prstGeom>
          <a:noFill/>
          <a:ln/>
        </p:spPr>
        <p:txBody>
          <a:bodyPr wrap="square" lIns="0" tIns="0" rIns="0" bIns="0" rtlCol="0" anchor="ctr"/>
          <a:lstStyle/>
          <a:p>
            <a:pPr rtl="1" algn="ctr" indent="0" marL="0">
              <a:buNone/>
            </a:pPr>
            <a:r>
              <a:rPr lang="ar-MA" altLang="en-US" sz="4800" b="1" dirty="0">
                <a:solidFill>
                  <a:srgbClr val="F4EFE6"/>
                </a:solidFill>
                <a:latin typeface="Arial" pitchFamily="34" charset="0"/>
                <a:ea typeface="Arial" pitchFamily="34" charset="-122"/>
                <a:cs typeface="Arial" pitchFamily="34" charset="-120"/>
              </a:rPr>
              <a:t>شكرا على حسن المتابعة</a:t>
            </a:r>
            <a:endParaRPr lang="ar-MA" sz="4800" dirty="0"/>
          </a:p>
        </p:txBody>
      </p:sp>
      <p:sp>
        <p:nvSpPr>
          <p:cNvPr id="5" name="Text 2"/>
          <p:cNvSpPr txBox="1"/>
          <p:nvPr/>
        </p:nvSpPr>
        <p:spPr>
          <a:xfrm>
            <a:off x="548640" y="3749040"/>
            <a:ext cx="11094415" cy="548640"/>
          </a:xfrm>
          <a:prstGeom prst="rect">
            <a:avLst/>
          </a:prstGeom>
          <a:noFill/>
          <a:ln/>
        </p:spPr>
        <p:txBody>
          <a:bodyPr wrap="square" lIns="0" tIns="0" rIns="0" bIns="0" rtlCol="0" anchor="ctr"/>
          <a:lstStyle/>
          <a:p>
            <a:pPr rtl="1" algn="ctr" indent="0" marL="0">
              <a:buNone/>
            </a:pPr>
            <a:r>
              <a:rPr lang="ar-MA" altLang="en-US" sz="2200" dirty="0">
                <a:solidFill>
                  <a:srgbClr val="C9A44C"/>
                </a:solidFill>
                <a:latin typeface="Arial" pitchFamily="34" charset="0"/>
                <a:ea typeface="Arial" pitchFamily="34" charset="-122"/>
                <a:cs typeface="Arial" pitchFamily="34" charset="-120"/>
              </a:rPr>
              <a:t>الجمعية المهنية المغربية للفنانين الممثلين · سوس ماسة</a:t>
            </a:r>
            <a:endParaRPr lang="ar-MA" sz="2200" dirty="0"/>
          </a:p>
        </p:txBody>
      </p:sp>
      <p:sp>
        <p:nvSpPr>
          <p:cNvPr id="6" name="Text 3"/>
          <p:cNvSpPr txBox="1"/>
          <p:nvPr/>
        </p:nvSpPr>
        <p:spPr>
          <a:xfrm>
            <a:off x="548640" y="4754880"/>
            <a:ext cx="11094415" cy="365760"/>
          </a:xfrm>
          <a:prstGeom prst="rect">
            <a:avLst/>
          </a:prstGeom>
          <a:noFill/>
          <a:ln/>
        </p:spPr>
        <p:txBody>
          <a:bodyPr wrap="square" lIns="0" tIns="0" rIns="0" bIns="0" rtlCol="0" anchor="t"/>
          <a:lstStyle/>
          <a:p>
            <a:pPr algn="ctr" indent="0" marL="0">
              <a:buNone/>
            </a:pPr>
            <a:r>
              <a:rPr lang="ar-MA" altLang="en-US" sz="1600" b="1" spc="600" kern="0" dirty="0">
                <a:solidFill>
                  <a:srgbClr val="E2C987"/>
                </a:solidFill>
                <a:latin typeface="Arial" pitchFamily="34" charset="0"/>
                <a:ea typeface="Arial" pitchFamily="34" charset="-122"/>
                <a:cs typeface="Arial" pitchFamily="34" charset="-120"/>
              </a:rPr>
              <a:t>A P M A C</a:t>
            </a:r>
            <a:endParaRPr lang="ar-MA" sz="1600" dirty="0"/>
          </a:p>
        </p:txBody>
      </p:sp>
    </p:spTree>
  </p:cSld>
  <p:clrMapOvr>
    <a:masterClrMapping/>
  </p:clrMapOvr>
  <p:transition spd="slow">
    <p:fade thruBlk="1"/>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القانون الأساسي - APMAC</dc:title>
  <dc:subject>PptxGenJS Presentation</dc:subject>
  <dc:creator>APMAC</dc:creator>
  <cp:lastModifiedBy>APMAC</cp:lastModifiedBy>
  <cp:revision>1</cp:revision>
  <dcterms:created xsi:type="dcterms:W3CDTF">2026-10-29T09:12:35Z</dcterms:created>
  <dcterms:modified xsi:type="dcterms:W3CDTF">2026-10-29T09:12:35Z</dcterms:modified>
</cp:coreProperties>
</file>